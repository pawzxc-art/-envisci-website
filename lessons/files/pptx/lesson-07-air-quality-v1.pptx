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9"/>
  </p:notesMasterIdLst>
  <p:sldIdLst>
    <p:sldId id="2767" r:id="rId5"/>
    <p:sldId id="2768" r:id="rId6"/>
    <p:sldId id="2769" r:id="rId7"/>
    <p:sldId id="2781" r:id="rId8"/>
    <p:sldId id="2774" r:id="rId9"/>
    <p:sldId id="2771" r:id="rId10"/>
    <p:sldId id="2782" r:id="rId11"/>
    <p:sldId id="2789" r:id="rId12"/>
    <p:sldId id="2775" r:id="rId13"/>
    <p:sldId id="2780" r:id="rId14"/>
    <p:sldId id="2776" r:id="rId15"/>
    <p:sldId id="2777" r:id="rId16"/>
    <p:sldId id="2783" r:id="rId17"/>
    <p:sldId id="2784" r:id="rId18"/>
    <p:sldId id="2786" r:id="rId19"/>
    <p:sldId id="2787" r:id="rId20"/>
    <p:sldId id="2788" r:id="rId21"/>
    <p:sldId id="2779" r:id="rId22"/>
    <p:sldId id="2770" r:id="rId23"/>
    <p:sldId id="2790" r:id="rId24"/>
    <p:sldId id="2791" r:id="rId25"/>
    <p:sldId id="2792" r:id="rId26"/>
    <p:sldId id="2793" r:id="rId27"/>
    <p:sldId id="279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206E47-B678-491A-AA37-C02334FE3C3D}" v="91" dt="2026-09-10T00:47:49.7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5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gida Reyes" userId="fa9ded72177516ae" providerId="LiveId" clId="{F697C409-150F-4EA1-99A5-AF676A2956D1}"/>
    <pc:docChg chg="undo redo custSel addSld delSld modSld sldOrd">
      <pc:chgData name="Brigida Reyes" userId="fa9ded72177516ae" providerId="LiveId" clId="{F697C409-150F-4EA1-99A5-AF676A2956D1}" dt="2026-09-10T01:12:17.210" v="960" actId="113"/>
      <pc:docMkLst>
        <pc:docMk/>
      </pc:docMkLst>
      <pc:sldChg chg="del">
        <pc:chgData name="Brigida Reyes" userId="fa9ded72177516ae" providerId="LiveId" clId="{F697C409-150F-4EA1-99A5-AF676A2956D1}" dt="2026-09-09T22:58:21.796" v="265" actId="2696"/>
        <pc:sldMkLst>
          <pc:docMk/>
          <pc:sldMk cId="4216523365" sldId="257"/>
        </pc:sldMkLst>
      </pc:sldChg>
      <pc:sldChg chg="del">
        <pc:chgData name="Brigida Reyes" userId="fa9ded72177516ae" providerId="LiveId" clId="{F697C409-150F-4EA1-99A5-AF676A2956D1}" dt="2026-09-09T22:58:24.034" v="266" actId="2696"/>
        <pc:sldMkLst>
          <pc:docMk/>
          <pc:sldMk cId="3313450045" sldId="258"/>
        </pc:sldMkLst>
      </pc:sldChg>
      <pc:sldChg chg="del">
        <pc:chgData name="Brigida Reyes" userId="fa9ded72177516ae" providerId="LiveId" clId="{F697C409-150F-4EA1-99A5-AF676A2956D1}" dt="2026-09-09T22:58:30.428" v="267" actId="2696"/>
        <pc:sldMkLst>
          <pc:docMk/>
          <pc:sldMk cId="1471035344" sldId="259"/>
        </pc:sldMkLst>
      </pc:sldChg>
      <pc:sldChg chg="del">
        <pc:chgData name="Brigida Reyes" userId="fa9ded72177516ae" providerId="LiveId" clId="{F697C409-150F-4EA1-99A5-AF676A2956D1}" dt="2026-09-09T22:58:31.767" v="268" actId="2696"/>
        <pc:sldMkLst>
          <pc:docMk/>
          <pc:sldMk cId="4198690590" sldId="260"/>
        </pc:sldMkLst>
      </pc:sldChg>
      <pc:sldChg chg="del">
        <pc:chgData name="Brigida Reyes" userId="fa9ded72177516ae" providerId="LiveId" clId="{F697C409-150F-4EA1-99A5-AF676A2956D1}" dt="2026-09-09T22:58:33.248" v="269" actId="2696"/>
        <pc:sldMkLst>
          <pc:docMk/>
          <pc:sldMk cId="187927555" sldId="261"/>
        </pc:sldMkLst>
      </pc:sldChg>
      <pc:sldChg chg="del">
        <pc:chgData name="Brigida Reyes" userId="fa9ded72177516ae" providerId="LiveId" clId="{F697C409-150F-4EA1-99A5-AF676A2956D1}" dt="2026-09-09T22:58:43.874" v="271" actId="2696"/>
        <pc:sldMkLst>
          <pc:docMk/>
          <pc:sldMk cId="1941379388" sldId="263"/>
        </pc:sldMkLst>
      </pc:sldChg>
      <pc:sldChg chg="del">
        <pc:chgData name="Brigida Reyes" userId="fa9ded72177516ae" providerId="LiveId" clId="{F697C409-150F-4EA1-99A5-AF676A2956D1}" dt="2026-09-09T22:58:45.108" v="272" actId="2696"/>
        <pc:sldMkLst>
          <pc:docMk/>
          <pc:sldMk cId="53001128" sldId="264"/>
        </pc:sldMkLst>
      </pc:sldChg>
      <pc:sldChg chg="del">
        <pc:chgData name="Brigida Reyes" userId="fa9ded72177516ae" providerId="LiveId" clId="{F697C409-150F-4EA1-99A5-AF676A2956D1}" dt="2026-09-09T22:58:47.641" v="274" actId="2696"/>
        <pc:sldMkLst>
          <pc:docMk/>
          <pc:sldMk cId="3599844030" sldId="265"/>
        </pc:sldMkLst>
      </pc:sldChg>
      <pc:sldChg chg="del">
        <pc:chgData name="Brigida Reyes" userId="fa9ded72177516ae" providerId="LiveId" clId="{F697C409-150F-4EA1-99A5-AF676A2956D1}" dt="2026-09-09T22:58:54.991" v="275" actId="2696"/>
        <pc:sldMkLst>
          <pc:docMk/>
          <pc:sldMk cId="3947552595" sldId="266"/>
        </pc:sldMkLst>
      </pc:sldChg>
      <pc:sldChg chg="del">
        <pc:chgData name="Brigida Reyes" userId="fa9ded72177516ae" providerId="LiveId" clId="{F697C409-150F-4EA1-99A5-AF676A2956D1}" dt="2026-09-09T22:58:58.037" v="277" actId="2696"/>
        <pc:sldMkLst>
          <pc:docMk/>
          <pc:sldMk cId="2999686948" sldId="267"/>
        </pc:sldMkLst>
      </pc:sldChg>
      <pc:sldChg chg="del">
        <pc:chgData name="Brigida Reyes" userId="fa9ded72177516ae" providerId="LiveId" clId="{F697C409-150F-4EA1-99A5-AF676A2956D1}" dt="2026-09-09T22:58:56.307" v="276" actId="2696"/>
        <pc:sldMkLst>
          <pc:docMk/>
          <pc:sldMk cId="2651058474" sldId="268"/>
        </pc:sldMkLst>
      </pc:sldChg>
      <pc:sldChg chg="del">
        <pc:chgData name="Brigida Reyes" userId="fa9ded72177516ae" providerId="LiveId" clId="{F697C409-150F-4EA1-99A5-AF676A2956D1}" dt="2026-09-09T22:58:42.551" v="270" actId="2696"/>
        <pc:sldMkLst>
          <pc:docMk/>
          <pc:sldMk cId="1384372434" sldId="269"/>
        </pc:sldMkLst>
      </pc:sldChg>
      <pc:sldChg chg="del">
        <pc:chgData name="Brigida Reyes" userId="fa9ded72177516ae" providerId="LiveId" clId="{F697C409-150F-4EA1-99A5-AF676A2956D1}" dt="2026-09-09T22:58:46.371" v="273" actId="2696"/>
        <pc:sldMkLst>
          <pc:docMk/>
          <pc:sldMk cId="3762730561" sldId="270"/>
        </pc:sldMkLst>
      </pc:sldChg>
      <pc:sldChg chg="addSp modSp mod">
        <pc:chgData name="Brigida Reyes" userId="fa9ded72177516ae" providerId="LiveId" clId="{F697C409-150F-4EA1-99A5-AF676A2956D1}" dt="2026-09-10T00:22:15.940" v="725" actId="27636"/>
        <pc:sldMkLst>
          <pc:docMk/>
          <pc:sldMk cId="1948473579" sldId="2768"/>
        </pc:sldMkLst>
        <pc:spChg chg="mod">
          <ac:chgData name="Brigida Reyes" userId="fa9ded72177516ae" providerId="LiveId" clId="{F697C409-150F-4EA1-99A5-AF676A2956D1}" dt="2026-09-10T00:22:15.940" v="725" actId="27636"/>
          <ac:spMkLst>
            <pc:docMk/>
            <pc:sldMk cId="1948473579" sldId="2768"/>
            <ac:spMk id="3" creationId="{82E2F33A-4419-B19B-D9B2-D66DCD8865D2}"/>
          </ac:spMkLst>
        </pc:spChg>
        <pc:spChg chg="add mod">
          <ac:chgData name="Brigida Reyes" userId="fa9ded72177516ae" providerId="LiveId" clId="{F697C409-150F-4EA1-99A5-AF676A2956D1}" dt="2026-09-09T21:43:13.189" v="16"/>
          <ac:spMkLst>
            <pc:docMk/>
            <pc:sldMk cId="1948473579" sldId="2768"/>
            <ac:spMk id="4" creationId="{C7E23A2B-A0F0-6E75-408D-343B2F83A63B}"/>
          </ac:spMkLst>
        </pc:spChg>
      </pc:sldChg>
      <pc:sldChg chg="addSp delSp modSp mod modClrScheme chgLayout">
        <pc:chgData name="Brigida Reyes" userId="fa9ded72177516ae" providerId="LiveId" clId="{F697C409-150F-4EA1-99A5-AF676A2956D1}" dt="2026-09-10T00:21:57.963" v="721" actId="14100"/>
        <pc:sldMkLst>
          <pc:docMk/>
          <pc:sldMk cId="3396165059" sldId="2769"/>
        </pc:sldMkLst>
        <pc:spChg chg="mod">
          <ac:chgData name="Brigida Reyes" userId="fa9ded72177516ae" providerId="LiveId" clId="{F697C409-150F-4EA1-99A5-AF676A2956D1}" dt="2026-09-10T00:21:36.005" v="715" actId="26606"/>
          <ac:spMkLst>
            <pc:docMk/>
            <pc:sldMk cId="3396165059" sldId="2769"/>
            <ac:spMk id="2" creationId="{5D0B1C6A-7E4A-ED05-E4ED-4470D43C6A78}"/>
          </ac:spMkLst>
        </pc:spChg>
        <pc:spChg chg="add del mod">
          <ac:chgData name="Brigida Reyes" userId="fa9ded72177516ae" providerId="LiveId" clId="{F697C409-150F-4EA1-99A5-AF676A2956D1}" dt="2026-09-10T00:21:57.963" v="721" actId="14100"/>
          <ac:spMkLst>
            <pc:docMk/>
            <pc:sldMk cId="3396165059" sldId="2769"/>
            <ac:spMk id="3" creationId="{5C0CEBF0-E2D6-8F52-0A90-68C5D00035E8}"/>
          </ac:spMkLst>
        </pc:spChg>
        <pc:spChg chg="add mod">
          <ac:chgData name="Brigida Reyes" userId="fa9ded72177516ae" providerId="LiveId" clId="{F697C409-150F-4EA1-99A5-AF676A2956D1}" dt="2026-09-10T00:21:36.005" v="715" actId="26606"/>
          <ac:spMkLst>
            <pc:docMk/>
            <pc:sldMk cId="3396165059" sldId="2769"/>
            <ac:spMk id="4" creationId="{804A0820-B249-E28F-CA77-DA5FCF3E90DA}"/>
          </ac:spMkLst>
        </pc:spChg>
        <pc:spChg chg="mod ord">
          <ac:chgData name="Brigida Reyes" userId="fa9ded72177516ae" providerId="LiveId" clId="{F697C409-150F-4EA1-99A5-AF676A2956D1}" dt="2026-09-10T00:21:36.005" v="715" actId="26606"/>
          <ac:spMkLst>
            <pc:docMk/>
            <pc:sldMk cId="3396165059" sldId="2769"/>
            <ac:spMk id="6" creationId="{FE23C3B1-B2B6-4265-90A4-58F05CD6C94C}"/>
          </ac:spMkLst>
        </pc:spChg>
        <pc:spChg chg="add mod">
          <ac:chgData name="Brigida Reyes" userId="fa9ded72177516ae" providerId="LiveId" clId="{F697C409-150F-4EA1-99A5-AF676A2956D1}" dt="2026-09-10T00:21:36.005" v="715" actId="26606"/>
          <ac:spMkLst>
            <pc:docMk/>
            <pc:sldMk cId="3396165059" sldId="2769"/>
            <ac:spMk id="11" creationId="{F4BB9423-491C-F71E-8520-EC984E35A24E}"/>
          </ac:spMkLst>
        </pc:spChg>
        <pc:spChg chg="add del">
          <ac:chgData name="Brigida Reyes" userId="fa9ded72177516ae" providerId="LiveId" clId="{F697C409-150F-4EA1-99A5-AF676A2956D1}" dt="2026-09-10T00:21:08.352" v="708" actId="26606"/>
          <ac:spMkLst>
            <pc:docMk/>
            <pc:sldMk cId="3396165059" sldId="2769"/>
            <ac:spMk id="12" creationId="{6E00AEA3-E479-4FE1-BD4E-E2BC190C1A40}"/>
          </ac:spMkLst>
        </pc:spChg>
        <pc:graphicFrameChg chg="add del">
          <ac:chgData name="Brigida Reyes" userId="fa9ded72177516ae" providerId="LiveId" clId="{F697C409-150F-4EA1-99A5-AF676A2956D1}" dt="2026-09-10T00:21:08.352" v="708" actId="26606"/>
          <ac:graphicFrameMkLst>
            <pc:docMk/>
            <pc:sldMk cId="3396165059" sldId="2769"/>
            <ac:graphicFrameMk id="8" creationId="{9A48AD94-6E75-5CAE-33B6-4BDB90892838}"/>
          </ac:graphicFrameMkLst>
        </pc:graphicFrameChg>
      </pc:sldChg>
      <pc:sldChg chg="delSp modSp add del mod ord">
        <pc:chgData name="Brigida Reyes" userId="fa9ded72177516ae" providerId="LiveId" clId="{F697C409-150F-4EA1-99A5-AF676A2956D1}" dt="2026-09-10T00:30:24.250" v="777" actId="27636"/>
        <pc:sldMkLst>
          <pc:docMk/>
          <pc:sldMk cId="3308666322" sldId="2770"/>
        </pc:sldMkLst>
        <pc:spChg chg="mod">
          <ac:chgData name="Brigida Reyes" userId="fa9ded72177516ae" providerId="LiveId" clId="{F697C409-150F-4EA1-99A5-AF676A2956D1}" dt="2026-09-10T00:30:24.250" v="777" actId="27636"/>
          <ac:spMkLst>
            <pc:docMk/>
            <pc:sldMk cId="3308666322" sldId="2770"/>
            <ac:spMk id="3" creationId="{C1B39797-E9C9-6EB1-154A-E627B9029307}"/>
          </ac:spMkLst>
        </pc:spChg>
        <pc:spChg chg="del">
          <ac:chgData name="Brigida Reyes" userId="fa9ded72177516ae" providerId="LiveId" clId="{F697C409-150F-4EA1-99A5-AF676A2956D1}" dt="2026-09-09T21:42:02.605" v="11" actId="478"/>
          <ac:spMkLst>
            <pc:docMk/>
            <pc:sldMk cId="3308666322" sldId="2770"/>
            <ac:spMk id="5" creationId="{D88DE954-B86C-71EC-8282-C412E3E696E9}"/>
          </ac:spMkLst>
        </pc:spChg>
      </pc:sldChg>
      <pc:sldChg chg="addSp modSp mod">
        <pc:chgData name="Brigida Reyes" userId="fa9ded72177516ae" providerId="LiveId" clId="{F697C409-150F-4EA1-99A5-AF676A2956D1}" dt="2026-09-10T00:33:13.109" v="819" actId="255"/>
        <pc:sldMkLst>
          <pc:docMk/>
          <pc:sldMk cId="1620048561" sldId="2771"/>
        </pc:sldMkLst>
        <pc:spChg chg="add mod">
          <ac:chgData name="Brigida Reyes" userId="fa9ded72177516ae" providerId="LiveId" clId="{F697C409-150F-4EA1-99A5-AF676A2956D1}" dt="2026-09-09T21:43:25.333" v="17"/>
          <ac:spMkLst>
            <pc:docMk/>
            <pc:sldMk cId="1620048561" sldId="2771"/>
            <ac:spMk id="3" creationId="{B22CAB99-B407-1D32-CEEB-EE1DD13D8716}"/>
          </ac:spMkLst>
        </pc:spChg>
        <pc:graphicFrameChg chg="mod modGraphic">
          <ac:chgData name="Brigida Reyes" userId="fa9ded72177516ae" providerId="LiveId" clId="{F697C409-150F-4EA1-99A5-AF676A2956D1}" dt="2026-09-10T00:33:13.109" v="819" actId="255"/>
          <ac:graphicFrameMkLst>
            <pc:docMk/>
            <pc:sldMk cId="1620048561" sldId="2771"/>
            <ac:graphicFrameMk id="10" creationId="{9CEA71FC-CD61-6A8B-E901-BBEAFC836C7E}"/>
          </ac:graphicFrameMkLst>
        </pc:graphicFrameChg>
      </pc:sldChg>
      <pc:sldChg chg="addSp delSp modSp del mod chgLayout">
        <pc:chgData name="Brigida Reyes" userId="fa9ded72177516ae" providerId="LiveId" clId="{F697C409-150F-4EA1-99A5-AF676A2956D1}" dt="2026-09-10T00:20:39.077" v="706" actId="2696"/>
        <pc:sldMkLst>
          <pc:docMk/>
          <pc:sldMk cId="3793464558" sldId="2773"/>
        </pc:sldMkLst>
        <pc:spChg chg="mod">
          <ac:chgData name="Brigida Reyes" userId="fa9ded72177516ae" providerId="LiveId" clId="{F697C409-150F-4EA1-99A5-AF676A2956D1}" dt="2026-09-09T21:41:47.731" v="9" actId="26606"/>
          <ac:spMkLst>
            <pc:docMk/>
            <pc:sldMk cId="3793464558" sldId="2773"/>
            <ac:spMk id="2" creationId="{9C19C5E7-7051-1601-3970-2024269A916A}"/>
          </ac:spMkLst>
        </pc:spChg>
        <pc:spChg chg="del">
          <ac:chgData name="Brigida Reyes" userId="fa9ded72177516ae" providerId="LiveId" clId="{F697C409-150F-4EA1-99A5-AF676A2956D1}" dt="2026-09-09T21:39:26.905" v="0" actId="478"/>
          <ac:spMkLst>
            <pc:docMk/>
            <pc:sldMk cId="3793464558" sldId="2773"/>
            <ac:spMk id="3" creationId="{B141B354-DD13-D08A-1753-DDFD97A780B8}"/>
          </ac:spMkLst>
        </pc:spChg>
        <pc:spChg chg="del">
          <ac:chgData name="Brigida Reyes" userId="fa9ded72177516ae" providerId="LiveId" clId="{F697C409-150F-4EA1-99A5-AF676A2956D1}" dt="2026-09-09T21:39:30.971" v="1" actId="478"/>
          <ac:spMkLst>
            <pc:docMk/>
            <pc:sldMk cId="3793464558" sldId="2773"/>
            <ac:spMk id="4" creationId="{965D3398-05DF-2162-4EFC-3AAAFD0002A0}"/>
          </ac:spMkLst>
        </pc:spChg>
        <pc:spChg chg="del">
          <ac:chgData name="Brigida Reyes" userId="fa9ded72177516ae" providerId="LiveId" clId="{F697C409-150F-4EA1-99A5-AF676A2956D1}" dt="2026-09-09T21:39:36.325" v="2" actId="478"/>
          <ac:spMkLst>
            <pc:docMk/>
            <pc:sldMk cId="3793464558" sldId="2773"/>
            <ac:spMk id="5" creationId="{153A1BB3-9C78-A6A2-1C57-55292BF42B90}"/>
          </ac:spMkLst>
        </pc:spChg>
        <pc:spChg chg="mod ord">
          <ac:chgData name="Brigida Reyes" userId="fa9ded72177516ae" providerId="LiveId" clId="{F697C409-150F-4EA1-99A5-AF676A2956D1}" dt="2026-09-09T21:41:47.731" v="9" actId="26606"/>
          <ac:spMkLst>
            <pc:docMk/>
            <pc:sldMk cId="3793464558" sldId="2773"/>
            <ac:spMk id="6" creationId="{84A2B8A2-7B65-E5F1-1A66-687A2E6DD9A7}"/>
          </ac:spMkLst>
        </pc:spChg>
        <pc:spChg chg="add del mod">
          <ac:chgData name="Brigida Reyes" userId="fa9ded72177516ae" providerId="LiveId" clId="{F697C409-150F-4EA1-99A5-AF676A2956D1}" dt="2026-09-09T21:41:52.201" v="10" actId="478"/>
          <ac:spMkLst>
            <pc:docMk/>
            <pc:sldMk cId="3793464558" sldId="2773"/>
            <ac:spMk id="9" creationId="{C4DA6FF0-09DA-D9E2-6116-4BA733207794}"/>
          </ac:spMkLst>
        </pc:spChg>
        <pc:spChg chg="add mod">
          <ac:chgData name="Brigida Reyes" userId="fa9ded72177516ae" providerId="LiveId" clId="{F697C409-150F-4EA1-99A5-AF676A2956D1}" dt="2026-09-09T21:41:47.731" v="9" actId="26606"/>
          <ac:spMkLst>
            <pc:docMk/>
            <pc:sldMk cId="3793464558" sldId="2773"/>
            <ac:spMk id="10" creationId="{EE5B8FE6-3798-E33A-C4E9-C77A13419EEE}"/>
          </ac:spMkLst>
        </pc:spChg>
        <pc:spChg chg="add mod">
          <ac:chgData name="Brigida Reyes" userId="fa9ded72177516ae" providerId="LiveId" clId="{F697C409-150F-4EA1-99A5-AF676A2956D1}" dt="2026-09-09T21:41:47.731" v="9" actId="26606"/>
          <ac:spMkLst>
            <pc:docMk/>
            <pc:sldMk cId="3793464558" sldId="2773"/>
            <ac:spMk id="11" creationId="{AB876BF1-7C5E-F2F8-6D4D-09580CB63B53}"/>
          </ac:spMkLst>
        </pc:spChg>
        <pc:spChg chg="add del mod">
          <ac:chgData name="Brigida Reyes" userId="fa9ded72177516ae" providerId="LiveId" clId="{F697C409-150F-4EA1-99A5-AF676A2956D1}" dt="2026-09-09T21:39:59.128" v="4" actId="26606"/>
          <ac:spMkLst>
            <pc:docMk/>
            <pc:sldMk cId="3793464558" sldId="2773"/>
            <ac:spMk id="12" creationId="{46E50B6F-5E72-DDD4-ED06-4914EC3CE915}"/>
          </ac:spMkLst>
        </pc:spChg>
        <pc:spChg chg="add del mod">
          <ac:chgData name="Brigida Reyes" userId="fa9ded72177516ae" providerId="LiveId" clId="{F697C409-150F-4EA1-99A5-AF676A2956D1}" dt="2026-09-09T21:39:59.128" v="4" actId="26606"/>
          <ac:spMkLst>
            <pc:docMk/>
            <pc:sldMk cId="3793464558" sldId="2773"/>
            <ac:spMk id="14" creationId="{86FDDB80-E0BF-34DD-CAFF-5A4CE1C75169}"/>
          </ac:spMkLst>
        </pc:spChg>
        <pc:spChg chg="add del mod">
          <ac:chgData name="Brigida Reyes" userId="fa9ded72177516ae" providerId="LiveId" clId="{F697C409-150F-4EA1-99A5-AF676A2956D1}" dt="2026-09-09T21:39:59.128" v="4" actId="26606"/>
          <ac:spMkLst>
            <pc:docMk/>
            <pc:sldMk cId="3793464558" sldId="2773"/>
            <ac:spMk id="16" creationId="{82079BE7-F8D8-4D60-CC4E-64865D4AA1D9}"/>
          </ac:spMkLst>
        </pc:spChg>
        <pc:picChg chg="add mod">
          <ac:chgData name="Brigida Reyes" userId="fa9ded72177516ae" providerId="LiveId" clId="{F697C409-150F-4EA1-99A5-AF676A2956D1}" dt="2026-09-09T21:41:47.731" v="9" actId="26606"/>
          <ac:picMkLst>
            <pc:docMk/>
            <pc:sldMk cId="3793464558" sldId="2773"/>
            <ac:picMk id="7" creationId="{92470706-A258-86BF-B02C-AACF4A711DBE}"/>
          </ac:picMkLst>
        </pc:picChg>
        <pc:picChg chg="add del">
          <ac:chgData name="Brigida Reyes" userId="fa9ded72177516ae" providerId="LiveId" clId="{F697C409-150F-4EA1-99A5-AF676A2956D1}" dt="2026-09-09T21:39:59.128" v="4" actId="26606"/>
          <ac:picMkLst>
            <pc:docMk/>
            <pc:sldMk cId="3793464558" sldId="2773"/>
            <ac:picMk id="8" creationId="{0F13F66A-7D32-F429-5C21-DD73685457D0}"/>
          </ac:picMkLst>
        </pc:picChg>
      </pc:sldChg>
      <pc:sldChg chg="delSp modSp mod ord">
        <pc:chgData name="Brigida Reyes" userId="fa9ded72177516ae" providerId="LiveId" clId="{F697C409-150F-4EA1-99A5-AF676A2956D1}" dt="2026-09-09T21:50:10.474" v="48"/>
        <pc:sldMkLst>
          <pc:docMk/>
          <pc:sldMk cId="3563862393" sldId="2774"/>
        </pc:sldMkLst>
        <pc:spChg chg="del">
          <ac:chgData name="Brigida Reyes" userId="fa9ded72177516ae" providerId="LiveId" clId="{F697C409-150F-4EA1-99A5-AF676A2956D1}" dt="2026-09-09T21:42:51.968" v="14" actId="478"/>
          <ac:spMkLst>
            <pc:docMk/>
            <pc:sldMk cId="3563862393" sldId="2774"/>
            <ac:spMk id="5" creationId="{F7A51729-1375-39D2-4FC6-EBC4B1F81E66}"/>
          </ac:spMkLst>
        </pc:spChg>
        <pc:graphicFrameChg chg="modGraphic">
          <ac:chgData name="Brigida Reyes" userId="fa9ded72177516ae" providerId="LiveId" clId="{F697C409-150F-4EA1-99A5-AF676A2956D1}" dt="2026-09-09T21:44:55.345" v="25" actId="113"/>
          <ac:graphicFrameMkLst>
            <pc:docMk/>
            <pc:sldMk cId="3563862393" sldId="2774"/>
            <ac:graphicFrameMk id="7" creationId="{FB373B8C-3467-A698-AB14-45233C17E1B6}"/>
          </ac:graphicFrameMkLst>
        </pc:graphicFrameChg>
      </pc:sldChg>
      <pc:sldChg chg="modSp mod">
        <pc:chgData name="Brigida Reyes" userId="fa9ded72177516ae" providerId="LiveId" clId="{F697C409-150F-4EA1-99A5-AF676A2956D1}" dt="2026-09-10T00:23:01.403" v="728" actId="27636"/>
        <pc:sldMkLst>
          <pc:docMk/>
          <pc:sldMk cId="2773297791" sldId="2775"/>
        </pc:sldMkLst>
        <pc:spChg chg="mod">
          <ac:chgData name="Brigida Reyes" userId="fa9ded72177516ae" providerId="LiveId" clId="{F697C409-150F-4EA1-99A5-AF676A2956D1}" dt="2026-09-09T22:03:46.326" v="100" actId="20577"/>
          <ac:spMkLst>
            <pc:docMk/>
            <pc:sldMk cId="2773297791" sldId="2775"/>
            <ac:spMk id="2" creationId="{E32D91B2-6589-4231-87C8-BB81699A8EC2}"/>
          </ac:spMkLst>
        </pc:spChg>
        <pc:spChg chg="mod">
          <ac:chgData name="Brigida Reyes" userId="fa9ded72177516ae" providerId="LiveId" clId="{F697C409-150F-4EA1-99A5-AF676A2956D1}" dt="2026-09-10T00:23:01.403" v="728" actId="27636"/>
          <ac:spMkLst>
            <pc:docMk/>
            <pc:sldMk cId="2773297791" sldId="2775"/>
            <ac:spMk id="3" creationId="{2EBF88D4-9332-ED54-72FB-4BDA99E32BC1}"/>
          </ac:spMkLst>
        </pc:spChg>
      </pc:sldChg>
      <pc:sldChg chg="addSp delSp modSp mod">
        <pc:chgData name="Brigida Reyes" userId="fa9ded72177516ae" providerId="LiveId" clId="{F697C409-150F-4EA1-99A5-AF676A2956D1}" dt="2026-09-10T00:23:21.837" v="731" actId="14100"/>
        <pc:sldMkLst>
          <pc:docMk/>
          <pc:sldMk cId="701006458" sldId="2776"/>
        </pc:sldMkLst>
        <pc:spChg chg="mod">
          <ac:chgData name="Brigida Reyes" userId="fa9ded72177516ae" providerId="LiveId" clId="{F697C409-150F-4EA1-99A5-AF676A2956D1}" dt="2026-09-09T22:03:39.044" v="97"/>
          <ac:spMkLst>
            <pc:docMk/>
            <pc:sldMk cId="701006458" sldId="2776"/>
            <ac:spMk id="2" creationId="{97B6EA3E-32E2-7309-C251-0F9667B340D2}"/>
          </ac:spMkLst>
        </pc:spChg>
        <pc:spChg chg="mod">
          <ac:chgData name="Brigida Reyes" userId="fa9ded72177516ae" providerId="LiveId" clId="{F697C409-150F-4EA1-99A5-AF676A2956D1}" dt="2026-09-10T00:23:21.837" v="731" actId="14100"/>
          <ac:spMkLst>
            <pc:docMk/>
            <pc:sldMk cId="701006458" sldId="2776"/>
            <ac:spMk id="3" creationId="{EC173BD7-946B-7F00-8C93-BBE6F579A52E}"/>
          </ac:spMkLst>
        </pc:spChg>
        <pc:spChg chg="del">
          <ac:chgData name="Brigida Reyes" userId="fa9ded72177516ae" providerId="LiveId" clId="{F697C409-150F-4EA1-99A5-AF676A2956D1}" dt="2026-09-09T22:04:00.791" v="101" actId="478"/>
          <ac:spMkLst>
            <pc:docMk/>
            <pc:sldMk cId="701006458" sldId="2776"/>
            <ac:spMk id="5" creationId="{B98CE997-C19C-70BD-D845-03B1968CA3C2}"/>
          </ac:spMkLst>
        </pc:spChg>
        <pc:picChg chg="add mod">
          <ac:chgData name="Brigida Reyes" userId="fa9ded72177516ae" providerId="LiveId" clId="{F697C409-150F-4EA1-99A5-AF676A2956D1}" dt="2026-09-09T22:12:19.114" v="138" actId="1076"/>
          <ac:picMkLst>
            <pc:docMk/>
            <pc:sldMk cId="701006458" sldId="2776"/>
            <ac:picMk id="7" creationId="{F8E7921B-0482-FA04-68B9-8D9734A62991}"/>
          </ac:picMkLst>
        </pc:picChg>
        <pc:picChg chg="add mod">
          <ac:chgData name="Brigida Reyes" userId="fa9ded72177516ae" providerId="LiveId" clId="{F697C409-150F-4EA1-99A5-AF676A2956D1}" dt="2026-09-09T22:12:22.777" v="140" actId="1076"/>
          <ac:picMkLst>
            <pc:docMk/>
            <pc:sldMk cId="701006458" sldId="2776"/>
            <ac:picMk id="9" creationId="{2D9A469A-F019-07AB-2BCB-FE58FB5C5C97}"/>
          </ac:picMkLst>
        </pc:picChg>
      </pc:sldChg>
      <pc:sldChg chg="addSp modSp mod">
        <pc:chgData name="Brigida Reyes" userId="fa9ded72177516ae" providerId="LiveId" clId="{F697C409-150F-4EA1-99A5-AF676A2956D1}" dt="2026-09-09T22:40:04.185" v="221" actId="27636"/>
        <pc:sldMkLst>
          <pc:docMk/>
          <pc:sldMk cId="2433690639" sldId="2777"/>
        </pc:sldMkLst>
        <pc:spChg chg="mod">
          <ac:chgData name="Brigida Reyes" userId="fa9ded72177516ae" providerId="LiveId" clId="{F697C409-150F-4EA1-99A5-AF676A2956D1}" dt="2026-09-09T22:14:24.441" v="152"/>
          <ac:spMkLst>
            <pc:docMk/>
            <pc:sldMk cId="2433690639" sldId="2777"/>
            <ac:spMk id="2" creationId="{E7A74A34-28C8-CC1A-ACCC-33208F8623F5}"/>
          </ac:spMkLst>
        </pc:spChg>
        <pc:spChg chg="mod">
          <ac:chgData name="Brigida Reyes" userId="fa9ded72177516ae" providerId="LiveId" clId="{F697C409-150F-4EA1-99A5-AF676A2956D1}" dt="2026-09-09T22:40:04.185" v="221" actId="27636"/>
          <ac:spMkLst>
            <pc:docMk/>
            <pc:sldMk cId="2433690639" sldId="2777"/>
            <ac:spMk id="3" creationId="{4C666932-FE32-1E8D-8919-94B76B1A3F6A}"/>
          </ac:spMkLst>
        </pc:spChg>
        <pc:picChg chg="add mod">
          <ac:chgData name="Brigida Reyes" userId="fa9ded72177516ae" providerId="LiveId" clId="{F697C409-150F-4EA1-99A5-AF676A2956D1}" dt="2026-09-09T22:39:38.219" v="211" actId="1076"/>
          <ac:picMkLst>
            <pc:docMk/>
            <pc:sldMk cId="2433690639" sldId="2777"/>
            <ac:picMk id="8" creationId="{05A17181-236E-0A07-3CC8-4AB22E71120F}"/>
          </ac:picMkLst>
        </pc:picChg>
        <pc:picChg chg="add mod">
          <ac:chgData name="Brigida Reyes" userId="fa9ded72177516ae" providerId="LiveId" clId="{F697C409-150F-4EA1-99A5-AF676A2956D1}" dt="2026-09-09T22:39:37.092" v="210" actId="1076"/>
          <ac:picMkLst>
            <pc:docMk/>
            <pc:sldMk cId="2433690639" sldId="2777"/>
            <ac:picMk id="9" creationId="{435C4B44-281C-58D1-0EBF-855A894276C8}"/>
          </ac:picMkLst>
        </pc:picChg>
      </pc:sldChg>
      <pc:sldChg chg="modSp del mod">
        <pc:chgData name="Brigida Reyes" userId="fa9ded72177516ae" providerId="LiveId" clId="{F697C409-150F-4EA1-99A5-AF676A2956D1}" dt="2026-09-09T23:42:09.881" v="527" actId="2696"/>
        <pc:sldMkLst>
          <pc:docMk/>
          <pc:sldMk cId="158011876" sldId="2778"/>
        </pc:sldMkLst>
        <pc:spChg chg="mod">
          <ac:chgData name="Brigida Reyes" userId="fa9ded72177516ae" providerId="LiveId" clId="{F697C409-150F-4EA1-99A5-AF676A2956D1}" dt="2026-09-09T22:41:46.137" v="229"/>
          <ac:spMkLst>
            <pc:docMk/>
            <pc:sldMk cId="158011876" sldId="2778"/>
            <ac:spMk id="2" creationId="{518F37E5-327B-EED8-EC50-F18F1DCF47A1}"/>
          </ac:spMkLst>
        </pc:spChg>
        <pc:spChg chg="mod">
          <ac:chgData name="Brigida Reyes" userId="fa9ded72177516ae" providerId="LiveId" clId="{F697C409-150F-4EA1-99A5-AF676A2956D1}" dt="2026-09-09T22:47:22.567" v="245" actId="20577"/>
          <ac:spMkLst>
            <pc:docMk/>
            <pc:sldMk cId="158011876" sldId="2778"/>
            <ac:spMk id="3" creationId="{C1BC41D7-22C9-5458-B6F8-86C7FE08DBF2}"/>
          </ac:spMkLst>
        </pc:spChg>
      </pc:sldChg>
      <pc:sldChg chg="addSp delSp modSp mod">
        <pc:chgData name="Brigida Reyes" userId="fa9ded72177516ae" providerId="LiveId" clId="{F697C409-150F-4EA1-99A5-AF676A2956D1}" dt="2026-09-10T00:28:36.854" v="750" actId="14100"/>
        <pc:sldMkLst>
          <pc:docMk/>
          <pc:sldMk cId="1866653384" sldId="2779"/>
        </pc:sldMkLst>
        <pc:spChg chg="mod">
          <ac:chgData name="Brigida Reyes" userId="fa9ded72177516ae" providerId="LiveId" clId="{F697C409-150F-4EA1-99A5-AF676A2956D1}" dt="2026-09-09T22:58:13.382" v="264"/>
          <ac:spMkLst>
            <pc:docMk/>
            <pc:sldMk cId="1866653384" sldId="2779"/>
            <ac:spMk id="2" creationId="{E8390F47-8872-1E2B-8ACD-B7AC7E9EF331}"/>
          </ac:spMkLst>
        </pc:spChg>
        <pc:spChg chg="mod">
          <ac:chgData name="Brigida Reyes" userId="fa9ded72177516ae" providerId="LiveId" clId="{F697C409-150F-4EA1-99A5-AF676A2956D1}" dt="2026-09-10T00:28:36.854" v="750" actId="14100"/>
          <ac:spMkLst>
            <pc:docMk/>
            <pc:sldMk cId="1866653384" sldId="2779"/>
            <ac:spMk id="3" creationId="{BE13C7E6-7D20-C5C3-A989-0470F9198293}"/>
          </ac:spMkLst>
        </pc:spChg>
        <pc:spChg chg="del">
          <ac:chgData name="Brigida Reyes" userId="fa9ded72177516ae" providerId="LiveId" clId="{F697C409-150F-4EA1-99A5-AF676A2956D1}" dt="2026-09-09T23:42:15.006" v="528" actId="478"/>
          <ac:spMkLst>
            <pc:docMk/>
            <pc:sldMk cId="1866653384" sldId="2779"/>
            <ac:spMk id="5" creationId="{F79A4DDA-A116-0188-166D-0E0DD09D56A9}"/>
          </ac:spMkLst>
        </pc:spChg>
        <pc:picChg chg="add">
          <ac:chgData name="Brigida Reyes" userId="fa9ded72177516ae" providerId="LiveId" clId="{F697C409-150F-4EA1-99A5-AF676A2956D1}" dt="2026-09-10T00:17:54.403" v="692" actId="22"/>
          <ac:picMkLst>
            <pc:docMk/>
            <pc:sldMk cId="1866653384" sldId="2779"/>
            <ac:picMk id="8" creationId="{79768A3D-BB11-892E-3E0B-4D0C825A9ED2}"/>
          </ac:picMkLst>
        </pc:picChg>
        <pc:picChg chg="add del mod">
          <ac:chgData name="Brigida Reyes" userId="fa9ded72177516ae" providerId="LiveId" clId="{F697C409-150F-4EA1-99A5-AF676A2956D1}" dt="2026-09-10T00:28:31.139" v="747" actId="478"/>
          <ac:picMkLst>
            <pc:docMk/>
            <pc:sldMk cId="1866653384" sldId="2779"/>
            <ac:picMk id="10" creationId="{EDBBA361-7248-5443-2B5D-1C0397E04D69}"/>
          </ac:picMkLst>
        </pc:picChg>
      </pc:sldChg>
      <pc:sldChg chg="addSp delSp modSp mod modClrScheme chgLayout">
        <pc:chgData name="Brigida Reyes" userId="fa9ded72177516ae" providerId="LiveId" clId="{F697C409-150F-4EA1-99A5-AF676A2956D1}" dt="2026-09-10T00:23:17.702" v="730" actId="27636"/>
        <pc:sldMkLst>
          <pc:docMk/>
          <pc:sldMk cId="3400221898" sldId="2780"/>
        </pc:sldMkLst>
        <pc:spChg chg="mod">
          <ac:chgData name="Brigida Reyes" userId="fa9ded72177516ae" providerId="LiveId" clId="{F697C409-150F-4EA1-99A5-AF676A2956D1}" dt="2026-09-09T22:02:22.608" v="84" actId="26606"/>
          <ac:spMkLst>
            <pc:docMk/>
            <pc:sldMk cId="3400221898" sldId="2780"/>
            <ac:spMk id="2" creationId="{948FFD7D-030D-5FDE-889A-0430E52CF512}"/>
          </ac:spMkLst>
        </pc:spChg>
        <pc:spChg chg="mod">
          <ac:chgData name="Brigida Reyes" userId="fa9ded72177516ae" providerId="LiveId" clId="{F697C409-150F-4EA1-99A5-AF676A2956D1}" dt="2026-09-10T00:23:17.702" v="730" actId="27636"/>
          <ac:spMkLst>
            <pc:docMk/>
            <pc:sldMk cId="3400221898" sldId="2780"/>
            <ac:spMk id="3" creationId="{87E7958C-2FF2-B98F-D377-DDF550A25BFF}"/>
          </ac:spMkLst>
        </pc:spChg>
        <pc:spChg chg="mod">
          <ac:chgData name="Brigida Reyes" userId="fa9ded72177516ae" providerId="LiveId" clId="{F697C409-150F-4EA1-99A5-AF676A2956D1}" dt="2026-09-09T22:02:22.608" v="84" actId="26606"/>
          <ac:spMkLst>
            <pc:docMk/>
            <pc:sldMk cId="3400221898" sldId="2780"/>
            <ac:spMk id="4" creationId="{77D0F901-5AED-D8BE-AD2F-7830BFAF347A}"/>
          </ac:spMkLst>
        </pc:spChg>
        <pc:spChg chg="mod">
          <ac:chgData name="Brigida Reyes" userId="fa9ded72177516ae" providerId="LiveId" clId="{F697C409-150F-4EA1-99A5-AF676A2956D1}" dt="2026-09-09T22:02:22.608" v="84" actId="26606"/>
          <ac:spMkLst>
            <pc:docMk/>
            <pc:sldMk cId="3400221898" sldId="2780"/>
            <ac:spMk id="5" creationId="{82C0FBC8-540D-CD5C-A570-17A4619F03E7}"/>
          </ac:spMkLst>
        </pc:spChg>
        <pc:spChg chg="mod">
          <ac:chgData name="Brigida Reyes" userId="fa9ded72177516ae" providerId="LiveId" clId="{F697C409-150F-4EA1-99A5-AF676A2956D1}" dt="2026-09-09T22:02:22.608" v="84" actId="26606"/>
          <ac:spMkLst>
            <pc:docMk/>
            <pc:sldMk cId="3400221898" sldId="2780"/>
            <ac:spMk id="6" creationId="{3AB1E67E-71DF-6A44-3DBA-50AADD460925}"/>
          </ac:spMkLst>
        </pc:spChg>
        <pc:picChg chg="add mod ord">
          <ac:chgData name="Brigida Reyes" userId="fa9ded72177516ae" providerId="LiveId" clId="{F697C409-150F-4EA1-99A5-AF676A2956D1}" dt="2026-09-09T22:02:37.375" v="90" actId="1076"/>
          <ac:picMkLst>
            <pc:docMk/>
            <pc:sldMk cId="3400221898" sldId="2780"/>
            <ac:picMk id="7" creationId="{A2462303-779C-D250-B2A8-061F49D43268}"/>
          </ac:picMkLst>
        </pc:picChg>
        <pc:picChg chg="add del">
          <ac:chgData name="Brigida Reyes" userId="fa9ded72177516ae" providerId="LiveId" clId="{F697C409-150F-4EA1-99A5-AF676A2956D1}" dt="2026-09-09T22:02:22.133" v="83" actId="22"/>
          <ac:picMkLst>
            <pc:docMk/>
            <pc:sldMk cId="3400221898" sldId="2780"/>
            <ac:picMk id="9" creationId="{CDE3EC86-3E35-0D0C-D1E6-CBB724430D2F}"/>
          </ac:picMkLst>
        </pc:picChg>
        <pc:picChg chg="add mod">
          <ac:chgData name="Brigida Reyes" userId="fa9ded72177516ae" providerId="LiveId" clId="{F697C409-150F-4EA1-99A5-AF676A2956D1}" dt="2026-09-09T22:02:39.535" v="91" actId="1076"/>
          <ac:picMkLst>
            <pc:docMk/>
            <pc:sldMk cId="3400221898" sldId="2780"/>
            <ac:picMk id="11" creationId="{FD1CA4CE-0375-3F5A-246C-39733B224E97}"/>
          </ac:picMkLst>
        </pc:picChg>
      </pc:sldChg>
      <pc:sldChg chg="addSp delSp modSp new mod">
        <pc:chgData name="Brigida Reyes" userId="fa9ded72177516ae" providerId="LiveId" clId="{F697C409-150F-4EA1-99A5-AF676A2956D1}" dt="2026-09-09T21:49:38.199" v="46" actId="478"/>
        <pc:sldMkLst>
          <pc:docMk/>
          <pc:sldMk cId="1952617419" sldId="2781"/>
        </pc:sldMkLst>
        <pc:spChg chg="mod">
          <ac:chgData name="Brigida Reyes" userId="fa9ded72177516ae" providerId="LiveId" clId="{F697C409-150F-4EA1-99A5-AF676A2956D1}" dt="2026-09-09T21:47:41.859" v="35" actId="404"/>
          <ac:spMkLst>
            <pc:docMk/>
            <pc:sldMk cId="1952617419" sldId="2781"/>
            <ac:spMk id="2" creationId="{3D9762DC-0EEC-7ECF-8A3C-2DE5FCE27786}"/>
          </ac:spMkLst>
        </pc:spChg>
        <pc:spChg chg="mod">
          <ac:chgData name="Brigida Reyes" userId="fa9ded72177516ae" providerId="LiveId" clId="{F697C409-150F-4EA1-99A5-AF676A2956D1}" dt="2026-09-09T21:48:23.569" v="44" actId="403"/>
          <ac:spMkLst>
            <pc:docMk/>
            <pc:sldMk cId="1952617419" sldId="2781"/>
            <ac:spMk id="3" creationId="{8AA704F3-659B-C9B3-119D-C3FDF5044360}"/>
          </ac:spMkLst>
        </pc:spChg>
        <pc:spChg chg="del">
          <ac:chgData name="Brigida Reyes" userId="fa9ded72177516ae" providerId="LiveId" clId="{F697C409-150F-4EA1-99A5-AF676A2956D1}" dt="2026-09-09T21:49:15.681" v="45" actId="931"/>
          <ac:spMkLst>
            <pc:docMk/>
            <pc:sldMk cId="1952617419" sldId="2781"/>
            <ac:spMk id="4" creationId="{0ACFD6C9-31D4-44C6-416E-B0220A92F65F}"/>
          </ac:spMkLst>
        </pc:spChg>
        <pc:spChg chg="del">
          <ac:chgData name="Brigida Reyes" userId="fa9ded72177516ae" providerId="LiveId" clId="{F697C409-150F-4EA1-99A5-AF676A2956D1}" dt="2026-09-09T21:49:38.199" v="46" actId="478"/>
          <ac:spMkLst>
            <pc:docMk/>
            <pc:sldMk cId="1952617419" sldId="2781"/>
            <ac:spMk id="6" creationId="{F80AB679-5698-253C-3057-CFE36F09E400}"/>
          </ac:spMkLst>
        </pc:spChg>
        <pc:spChg chg="add mod">
          <ac:chgData name="Brigida Reyes" userId="fa9ded72177516ae" providerId="LiveId" clId="{F697C409-150F-4EA1-99A5-AF676A2956D1}" dt="2026-09-09T21:49:15.681" v="45" actId="931"/>
          <ac:spMkLst>
            <pc:docMk/>
            <pc:sldMk cId="1952617419" sldId="2781"/>
            <ac:spMk id="10" creationId="{1C2880AE-4526-91BB-8794-2963201C9D97}"/>
          </ac:spMkLst>
        </pc:spChg>
        <pc:picChg chg="add mod">
          <ac:chgData name="Brigida Reyes" userId="fa9ded72177516ae" providerId="LiveId" clId="{F697C409-150F-4EA1-99A5-AF676A2956D1}" dt="2026-09-09T21:49:15.681" v="45" actId="931"/>
          <ac:picMkLst>
            <pc:docMk/>
            <pc:sldMk cId="1952617419" sldId="2781"/>
            <ac:picMk id="9" creationId="{4127FA02-0618-94AB-CED9-3F334981F6B1}"/>
          </ac:picMkLst>
        </pc:picChg>
      </pc:sldChg>
      <pc:sldChg chg="new del">
        <pc:chgData name="Brigida Reyes" userId="fa9ded72177516ae" providerId="LiveId" clId="{F697C409-150F-4EA1-99A5-AF676A2956D1}" dt="2026-09-09T21:54:49.055" v="65" actId="680"/>
        <pc:sldMkLst>
          <pc:docMk/>
          <pc:sldMk cId="980843982" sldId="2782"/>
        </pc:sldMkLst>
      </pc:sldChg>
      <pc:sldChg chg="addSp delSp modSp new mod">
        <pc:chgData name="Brigida Reyes" userId="fa9ded72177516ae" providerId="LiveId" clId="{F697C409-150F-4EA1-99A5-AF676A2956D1}" dt="2026-09-09T23:59:30.954" v="563" actId="14100"/>
        <pc:sldMkLst>
          <pc:docMk/>
          <pc:sldMk cId="3093796875" sldId="2782"/>
        </pc:sldMkLst>
        <pc:spChg chg="del">
          <ac:chgData name="Brigida Reyes" userId="fa9ded72177516ae" providerId="LiveId" clId="{F697C409-150F-4EA1-99A5-AF676A2956D1}" dt="2026-09-09T21:55:30.597" v="70" actId="478"/>
          <ac:spMkLst>
            <pc:docMk/>
            <pc:sldMk cId="3093796875" sldId="2782"/>
            <ac:spMk id="2" creationId="{8EF27343-8E32-AEB4-A9AB-18B42F4421E3}"/>
          </ac:spMkLst>
        </pc:spChg>
        <pc:spChg chg="del">
          <ac:chgData name="Brigida Reyes" userId="fa9ded72177516ae" providerId="LiveId" clId="{F697C409-150F-4EA1-99A5-AF676A2956D1}" dt="2026-09-09T21:55:18.770" v="67" actId="478"/>
          <ac:spMkLst>
            <pc:docMk/>
            <pc:sldMk cId="3093796875" sldId="2782"/>
            <ac:spMk id="3" creationId="{0CE0D2C1-5E85-FCF2-0198-A62354502CA5}"/>
          </ac:spMkLst>
        </pc:spChg>
        <pc:spChg chg="mod modVis">
          <ac:chgData name="Brigida Reyes" userId="fa9ded72177516ae" providerId="LiveId" clId="{F697C409-150F-4EA1-99A5-AF676A2956D1}" dt="2026-09-09T21:55:39.228" v="72" actId="26606"/>
          <ac:spMkLst>
            <pc:docMk/>
            <pc:sldMk cId="3093796875" sldId="2782"/>
            <ac:spMk id="4" creationId="{5D1C8676-8CC9-C56F-FAA5-B719E71E89FA}"/>
          </ac:spMkLst>
        </pc:spChg>
        <pc:spChg chg="del">
          <ac:chgData name="Brigida Reyes" userId="fa9ded72177516ae" providerId="LiveId" clId="{F697C409-150F-4EA1-99A5-AF676A2956D1}" dt="2026-09-09T21:55:35.810" v="71" actId="478"/>
          <ac:spMkLst>
            <pc:docMk/>
            <pc:sldMk cId="3093796875" sldId="2782"/>
            <ac:spMk id="5" creationId="{C7E1098B-D9ED-D20C-EC04-0FB133631B5C}"/>
          </ac:spMkLst>
        </pc:spChg>
        <pc:spChg chg="mod modVis">
          <ac:chgData name="Brigida Reyes" userId="fa9ded72177516ae" providerId="LiveId" clId="{F697C409-150F-4EA1-99A5-AF676A2956D1}" dt="2026-09-09T21:55:39.228" v="72" actId="26606"/>
          <ac:spMkLst>
            <pc:docMk/>
            <pc:sldMk cId="3093796875" sldId="2782"/>
            <ac:spMk id="6" creationId="{C701FE60-30B5-2035-40A9-074855D35E34}"/>
          </ac:spMkLst>
        </pc:spChg>
        <pc:picChg chg="add mod ord">
          <ac:chgData name="Brigida Reyes" userId="fa9ded72177516ae" providerId="LiveId" clId="{F697C409-150F-4EA1-99A5-AF676A2956D1}" dt="2026-09-09T23:50:21.152" v="551" actId="1582"/>
          <ac:picMkLst>
            <pc:docMk/>
            <pc:sldMk cId="3093796875" sldId="2782"/>
            <ac:picMk id="7" creationId="{7712A2BB-2E03-6894-882E-69D11B8C4CC4}"/>
          </ac:picMkLst>
        </pc:picChg>
        <pc:picChg chg="add del mod">
          <ac:chgData name="Brigida Reyes" userId="fa9ded72177516ae" providerId="LiveId" clId="{F697C409-150F-4EA1-99A5-AF676A2956D1}" dt="2026-09-09T23:49:51.965" v="541" actId="478"/>
          <ac:picMkLst>
            <pc:docMk/>
            <pc:sldMk cId="3093796875" sldId="2782"/>
            <ac:picMk id="8" creationId="{0B73213E-9740-A744-A46D-164669010749}"/>
          </ac:picMkLst>
        </pc:picChg>
        <pc:picChg chg="add del mod">
          <ac:chgData name="Brigida Reyes" userId="fa9ded72177516ae" providerId="LiveId" clId="{F697C409-150F-4EA1-99A5-AF676A2956D1}" dt="2026-09-09T23:59:04.785" v="554" actId="478"/>
          <ac:picMkLst>
            <pc:docMk/>
            <pc:sldMk cId="3093796875" sldId="2782"/>
            <ac:picMk id="9" creationId="{058E150F-D36A-5A14-5F87-8064F09DA7BB}"/>
          </ac:picMkLst>
        </pc:picChg>
        <pc:picChg chg="add mod">
          <ac:chgData name="Brigida Reyes" userId="fa9ded72177516ae" providerId="LiveId" clId="{F697C409-150F-4EA1-99A5-AF676A2956D1}" dt="2026-09-09T23:59:30.954" v="563" actId="14100"/>
          <ac:picMkLst>
            <pc:docMk/>
            <pc:sldMk cId="3093796875" sldId="2782"/>
            <ac:picMk id="10" creationId="{BB440328-E7A4-9C12-E2C7-11BA32F667D7}"/>
          </ac:picMkLst>
        </pc:picChg>
      </pc:sldChg>
      <pc:sldChg chg="delSp modSp new mod">
        <pc:chgData name="Brigida Reyes" userId="fa9ded72177516ae" providerId="LiveId" clId="{F697C409-150F-4EA1-99A5-AF676A2956D1}" dt="2026-09-10T00:23:26.334" v="732" actId="14100"/>
        <pc:sldMkLst>
          <pc:docMk/>
          <pc:sldMk cId="1483941262" sldId="2783"/>
        </pc:sldMkLst>
        <pc:spChg chg="mod">
          <ac:chgData name="Brigida Reyes" userId="fa9ded72177516ae" providerId="LiveId" clId="{F697C409-150F-4EA1-99A5-AF676A2956D1}" dt="2026-09-09T22:41:22.947" v="222" actId="113"/>
          <ac:spMkLst>
            <pc:docMk/>
            <pc:sldMk cId="1483941262" sldId="2783"/>
            <ac:spMk id="2" creationId="{FF015851-56CD-B803-E008-A8CAB61D2C62}"/>
          </ac:spMkLst>
        </pc:spChg>
        <pc:spChg chg="mod">
          <ac:chgData name="Brigida Reyes" userId="fa9ded72177516ae" providerId="LiveId" clId="{F697C409-150F-4EA1-99A5-AF676A2956D1}" dt="2026-09-10T00:23:26.334" v="732" actId="14100"/>
          <ac:spMkLst>
            <pc:docMk/>
            <pc:sldMk cId="1483941262" sldId="2783"/>
            <ac:spMk id="3" creationId="{220C3707-678D-6810-3E88-FD034472F5E4}"/>
          </ac:spMkLst>
        </pc:spChg>
        <pc:spChg chg="del">
          <ac:chgData name="Brigida Reyes" userId="fa9ded72177516ae" providerId="LiveId" clId="{F697C409-150F-4EA1-99A5-AF676A2956D1}" dt="2026-09-09T22:26:00.532" v="201" actId="478"/>
          <ac:spMkLst>
            <pc:docMk/>
            <pc:sldMk cId="1483941262" sldId="2783"/>
            <ac:spMk id="5" creationId="{FBFC0F02-9045-405A-DFDD-60B608C36292}"/>
          </ac:spMkLst>
        </pc:spChg>
      </pc:sldChg>
      <pc:sldChg chg="addSp delSp modSp new mod modClrScheme chgLayout">
        <pc:chgData name="Brigida Reyes" userId="fa9ded72177516ae" providerId="LiveId" clId="{F697C409-150F-4EA1-99A5-AF676A2956D1}" dt="2026-09-10T00:23:30.309" v="733" actId="14100"/>
        <pc:sldMkLst>
          <pc:docMk/>
          <pc:sldMk cId="910125522" sldId="2784"/>
        </pc:sldMkLst>
        <pc:spChg chg="mod">
          <ac:chgData name="Brigida Reyes" userId="fa9ded72177516ae" providerId="LiveId" clId="{F697C409-150F-4EA1-99A5-AF676A2956D1}" dt="2026-09-09T23:40:55.195" v="516" actId="14100"/>
          <ac:spMkLst>
            <pc:docMk/>
            <pc:sldMk cId="910125522" sldId="2784"/>
            <ac:spMk id="2" creationId="{0285F788-B81D-9E80-0EE7-F184EFC72579}"/>
          </ac:spMkLst>
        </pc:spChg>
        <pc:spChg chg="mod">
          <ac:chgData name="Brigida Reyes" userId="fa9ded72177516ae" providerId="LiveId" clId="{F697C409-150F-4EA1-99A5-AF676A2956D1}" dt="2026-09-10T00:23:30.309" v="733" actId="14100"/>
          <ac:spMkLst>
            <pc:docMk/>
            <pc:sldMk cId="910125522" sldId="2784"/>
            <ac:spMk id="3" creationId="{F88CB367-E675-295B-4CE1-580ABC061715}"/>
          </ac:spMkLst>
        </pc:spChg>
        <pc:spChg chg="mod">
          <ac:chgData name="Brigida Reyes" userId="fa9ded72177516ae" providerId="LiveId" clId="{F697C409-150F-4EA1-99A5-AF676A2956D1}" dt="2026-09-09T23:40:41.578" v="513" actId="26606"/>
          <ac:spMkLst>
            <pc:docMk/>
            <pc:sldMk cId="910125522" sldId="2784"/>
            <ac:spMk id="4" creationId="{30087599-DBCA-B45D-C785-EABF6912EE32}"/>
          </ac:spMkLst>
        </pc:spChg>
        <pc:spChg chg="mod">
          <ac:chgData name="Brigida Reyes" userId="fa9ded72177516ae" providerId="LiveId" clId="{F697C409-150F-4EA1-99A5-AF676A2956D1}" dt="2026-09-09T23:40:41.578" v="513" actId="26606"/>
          <ac:spMkLst>
            <pc:docMk/>
            <pc:sldMk cId="910125522" sldId="2784"/>
            <ac:spMk id="5" creationId="{A88EF2E9-BD39-11DB-4F93-8071171E91CB}"/>
          </ac:spMkLst>
        </pc:spChg>
        <pc:spChg chg="mod">
          <ac:chgData name="Brigida Reyes" userId="fa9ded72177516ae" providerId="LiveId" clId="{F697C409-150F-4EA1-99A5-AF676A2956D1}" dt="2026-09-09T23:40:41.578" v="513" actId="26606"/>
          <ac:spMkLst>
            <pc:docMk/>
            <pc:sldMk cId="910125522" sldId="2784"/>
            <ac:spMk id="6" creationId="{E81565A4-6A46-E27F-4553-9BA029EF0377}"/>
          </ac:spMkLst>
        </pc:spChg>
        <pc:picChg chg="add del">
          <ac:chgData name="Brigida Reyes" userId="fa9ded72177516ae" providerId="LiveId" clId="{F697C409-150F-4EA1-99A5-AF676A2956D1}" dt="2026-09-09T23:33:12.407" v="463" actId="21"/>
          <ac:picMkLst>
            <pc:docMk/>
            <pc:sldMk cId="910125522" sldId="2784"/>
            <ac:picMk id="8" creationId="{72DBA594-7ED4-59E4-4C8B-E092A1EC75AF}"/>
          </ac:picMkLst>
        </pc:picChg>
        <pc:picChg chg="add mod ord">
          <ac:chgData name="Brigida Reyes" userId="fa9ded72177516ae" providerId="LiveId" clId="{F697C409-150F-4EA1-99A5-AF676A2956D1}" dt="2026-09-09T23:40:41.578" v="513" actId="26606"/>
          <ac:picMkLst>
            <pc:docMk/>
            <pc:sldMk cId="910125522" sldId="2784"/>
            <ac:picMk id="9" creationId="{4CB7AE4D-A762-66B0-FD55-0B2580A056F4}"/>
          </ac:picMkLst>
        </pc:picChg>
        <pc:picChg chg="add del mod">
          <ac:chgData name="Brigida Reyes" userId="fa9ded72177516ae" providerId="LiveId" clId="{F697C409-150F-4EA1-99A5-AF676A2956D1}" dt="2026-09-09T23:40:32.711" v="512" actId="478"/>
          <ac:picMkLst>
            <pc:docMk/>
            <pc:sldMk cId="910125522" sldId="2784"/>
            <ac:picMk id="10" creationId="{7060B0CD-DFE0-202F-31B4-66413C289C2F}"/>
          </ac:picMkLst>
        </pc:picChg>
      </pc:sldChg>
      <pc:sldChg chg="modSp new del">
        <pc:chgData name="Brigida Reyes" userId="fa9ded72177516ae" providerId="LiveId" clId="{F697C409-150F-4EA1-99A5-AF676A2956D1}" dt="2026-09-09T23:41:34.614" v="526" actId="2696"/>
        <pc:sldMkLst>
          <pc:docMk/>
          <pc:sldMk cId="3913987610" sldId="2785"/>
        </pc:sldMkLst>
        <pc:spChg chg="mod">
          <ac:chgData name="Brigida Reyes" userId="fa9ded72177516ae" providerId="LiveId" clId="{F697C409-150F-4EA1-99A5-AF676A2956D1}" dt="2026-09-09T23:25:39.580" v="281"/>
          <ac:spMkLst>
            <pc:docMk/>
            <pc:sldMk cId="3913987610" sldId="2785"/>
            <ac:spMk id="3" creationId="{ACC09125-9159-46F8-61A2-D964C7396B82}"/>
          </ac:spMkLst>
        </pc:spChg>
      </pc:sldChg>
      <pc:sldChg chg="addSp delSp modSp new mod">
        <pc:chgData name="Brigida Reyes" userId="fa9ded72177516ae" providerId="LiveId" clId="{F697C409-150F-4EA1-99A5-AF676A2956D1}" dt="2026-09-09T23:28:36.457" v="296" actId="26606"/>
        <pc:sldMkLst>
          <pc:docMk/>
          <pc:sldMk cId="2400821875" sldId="2786"/>
        </pc:sldMkLst>
        <pc:spChg chg="del">
          <ac:chgData name="Brigida Reyes" userId="fa9ded72177516ae" providerId="LiveId" clId="{F697C409-150F-4EA1-99A5-AF676A2956D1}" dt="2026-09-09T23:28:27.128" v="292" actId="478"/>
          <ac:spMkLst>
            <pc:docMk/>
            <pc:sldMk cId="2400821875" sldId="2786"/>
            <ac:spMk id="2" creationId="{00B7E5FE-3D34-C341-B9E3-E1DAC326ABD9}"/>
          </ac:spMkLst>
        </pc:spChg>
        <pc:spChg chg="del">
          <ac:chgData name="Brigida Reyes" userId="fa9ded72177516ae" providerId="LiveId" clId="{F697C409-150F-4EA1-99A5-AF676A2956D1}" dt="2026-09-09T23:28:29.673" v="293" actId="478"/>
          <ac:spMkLst>
            <pc:docMk/>
            <pc:sldMk cId="2400821875" sldId="2786"/>
            <ac:spMk id="3" creationId="{680B214E-6758-97B4-A940-CED18195887B}"/>
          </ac:spMkLst>
        </pc:spChg>
        <pc:spChg chg="mod modVis">
          <ac:chgData name="Brigida Reyes" userId="fa9ded72177516ae" providerId="LiveId" clId="{F697C409-150F-4EA1-99A5-AF676A2956D1}" dt="2026-09-09T23:28:36.457" v="296" actId="26606"/>
          <ac:spMkLst>
            <pc:docMk/>
            <pc:sldMk cId="2400821875" sldId="2786"/>
            <ac:spMk id="4" creationId="{38B5F47A-8F58-FD76-B7B3-1D34B57C8198}"/>
          </ac:spMkLst>
        </pc:spChg>
        <pc:spChg chg="mod">
          <ac:chgData name="Brigida Reyes" userId="fa9ded72177516ae" providerId="LiveId" clId="{F697C409-150F-4EA1-99A5-AF676A2956D1}" dt="2026-09-09T23:28:36.457" v="296" actId="26606"/>
          <ac:spMkLst>
            <pc:docMk/>
            <pc:sldMk cId="2400821875" sldId="2786"/>
            <ac:spMk id="5" creationId="{A59551A8-F4D0-52AA-C14B-13E125FC53F2}"/>
          </ac:spMkLst>
        </pc:spChg>
        <pc:spChg chg="mod modVis">
          <ac:chgData name="Brigida Reyes" userId="fa9ded72177516ae" providerId="LiveId" clId="{F697C409-150F-4EA1-99A5-AF676A2956D1}" dt="2026-09-09T23:28:36.457" v="296" actId="26606"/>
          <ac:spMkLst>
            <pc:docMk/>
            <pc:sldMk cId="2400821875" sldId="2786"/>
            <ac:spMk id="6" creationId="{C0B8E698-067A-FAC7-9DD6-974D1EC24E76}"/>
          </ac:spMkLst>
        </pc:spChg>
        <pc:picChg chg="add mod ord">
          <ac:chgData name="Brigida Reyes" userId="fa9ded72177516ae" providerId="LiveId" clId="{F697C409-150F-4EA1-99A5-AF676A2956D1}" dt="2026-09-09T23:28:36.457" v="296" actId="26606"/>
          <ac:picMkLst>
            <pc:docMk/>
            <pc:sldMk cId="2400821875" sldId="2786"/>
            <ac:picMk id="7" creationId="{CC28DBB3-0B4E-57AE-B141-52C764FE26C4}"/>
          </ac:picMkLst>
        </pc:picChg>
      </pc:sldChg>
      <pc:sldChg chg="addSp delSp modSp new mod ord">
        <pc:chgData name="Brigida Reyes" userId="fa9ded72177516ae" providerId="LiveId" clId="{F697C409-150F-4EA1-99A5-AF676A2956D1}" dt="2026-09-10T00:23:34.391" v="735" actId="27636"/>
        <pc:sldMkLst>
          <pc:docMk/>
          <pc:sldMk cId="979639507" sldId="2787"/>
        </pc:sldMkLst>
        <pc:spChg chg="mod">
          <ac:chgData name="Brigida Reyes" userId="fa9ded72177516ae" providerId="LiveId" clId="{F697C409-150F-4EA1-99A5-AF676A2956D1}" dt="2026-09-09T23:33:41.027" v="475" actId="14100"/>
          <ac:spMkLst>
            <pc:docMk/>
            <pc:sldMk cId="979639507" sldId="2787"/>
            <ac:spMk id="2" creationId="{95043A45-D28E-244C-AE44-9D4E7C40E61B}"/>
          </ac:spMkLst>
        </pc:spChg>
        <pc:spChg chg="mod">
          <ac:chgData name="Brigida Reyes" userId="fa9ded72177516ae" providerId="LiveId" clId="{F697C409-150F-4EA1-99A5-AF676A2956D1}" dt="2026-09-10T00:23:34.391" v="735" actId="27636"/>
          <ac:spMkLst>
            <pc:docMk/>
            <pc:sldMk cId="979639507" sldId="2787"/>
            <ac:spMk id="3" creationId="{0D277954-9D90-AB3C-EF19-DE74012CBD5A}"/>
          </ac:spMkLst>
        </pc:spChg>
        <pc:spChg chg="del">
          <ac:chgData name="Brigida Reyes" userId="fa9ded72177516ae" providerId="LiveId" clId="{F697C409-150F-4EA1-99A5-AF676A2956D1}" dt="2026-09-09T23:33:45.111" v="476" actId="478"/>
          <ac:spMkLst>
            <pc:docMk/>
            <pc:sldMk cId="979639507" sldId="2787"/>
            <ac:spMk id="5" creationId="{521D2660-9B0A-9B7D-3E6F-57A75033BEE6}"/>
          </ac:spMkLst>
        </pc:spChg>
        <pc:picChg chg="add mod">
          <ac:chgData name="Brigida Reyes" userId="fa9ded72177516ae" providerId="LiveId" clId="{F697C409-150F-4EA1-99A5-AF676A2956D1}" dt="2026-09-09T23:36:06.883" v="492" actId="14100"/>
          <ac:picMkLst>
            <pc:docMk/>
            <pc:sldMk cId="979639507" sldId="2787"/>
            <ac:picMk id="8" creationId="{385F6D40-94F9-739F-C706-58F83459136D}"/>
          </ac:picMkLst>
        </pc:picChg>
      </pc:sldChg>
      <pc:sldChg chg="addSp modSp new mod ord">
        <pc:chgData name="Brigida Reyes" userId="fa9ded72177516ae" providerId="LiveId" clId="{F697C409-150F-4EA1-99A5-AF676A2956D1}" dt="2026-09-10T00:23:43.574" v="738" actId="403"/>
        <pc:sldMkLst>
          <pc:docMk/>
          <pc:sldMk cId="2650035560" sldId="2788"/>
        </pc:sldMkLst>
        <pc:spChg chg="mod">
          <ac:chgData name="Brigida Reyes" userId="fa9ded72177516ae" providerId="LiveId" clId="{F697C409-150F-4EA1-99A5-AF676A2956D1}" dt="2026-09-10T00:02:40.813" v="573"/>
          <ac:spMkLst>
            <pc:docMk/>
            <pc:sldMk cId="2650035560" sldId="2788"/>
            <ac:spMk id="2" creationId="{11D26635-5C07-F7C5-C154-E3197CC2659F}"/>
          </ac:spMkLst>
        </pc:spChg>
        <pc:spChg chg="mod">
          <ac:chgData name="Brigida Reyes" userId="fa9ded72177516ae" providerId="LiveId" clId="{F697C409-150F-4EA1-99A5-AF676A2956D1}" dt="2026-09-10T00:23:43.574" v="738" actId="403"/>
          <ac:spMkLst>
            <pc:docMk/>
            <pc:sldMk cId="2650035560" sldId="2788"/>
            <ac:spMk id="3" creationId="{52BFA4BD-A3C5-1798-FC7C-C73309251F36}"/>
          </ac:spMkLst>
        </pc:spChg>
        <pc:picChg chg="add mod">
          <ac:chgData name="Brigida Reyes" userId="fa9ded72177516ae" providerId="LiveId" clId="{F697C409-150F-4EA1-99A5-AF676A2956D1}" dt="2026-09-10T00:06:15.251" v="592" actId="1076"/>
          <ac:picMkLst>
            <pc:docMk/>
            <pc:sldMk cId="2650035560" sldId="2788"/>
            <ac:picMk id="7" creationId="{5568F188-7DCF-7909-C18F-C1E91E29BBFC}"/>
          </ac:picMkLst>
        </pc:picChg>
      </pc:sldChg>
      <pc:sldChg chg="addSp delSp modSp new mod modClrScheme chgLayout">
        <pc:chgData name="Brigida Reyes" userId="fa9ded72177516ae" providerId="LiveId" clId="{F697C409-150F-4EA1-99A5-AF676A2956D1}" dt="2026-09-10T00:25:11.762" v="746" actId="26606"/>
        <pc:sldMkLst>
          <pc:docMk/>
          <pc:sldMk cId="363187288" sldId="2789"/>
        </pc:sldMkLst>
        <pc:spChg chg="del">
          <ac:chgData name="Brigida Reyes" userId="fa9ded72177516ae" providerId="LiveId" clId="{F697C409-150F-4EA1-99A5-AF676A2956D1}" dt="2026-09-10T00:24:41.576" v="740" actId="478"/>
          <ac:spMkLst>
            <pc:docMk/>
            <pc:sldMk cId="363187288" sldId="2789"/>
            <ac:spMk id="2" creationId="{53D32A0E-40EE-CE94-CB13-2E3B12B17E44}"/>
          </ac:spMkLst>
        </pc:spChg>
        <pc:spChg chg="del">
          <ac:chgData name="Brigida Reyes" userId="fa9ded72177516ae" providerId="LiveId" clId="{F697C409-150F-4EA1-99A5-AF676A2956D1}" dt="2026-09-10T00:24:44.262" v="741" actId="478"/>
          <ac:spMkLst>
            <pc:docMk/>
            <pc:sldMk cId="363187288" sldId="2789"/>
            <ac:spMk id="3" creationId="{F9B62CFA-A373-2BB2-A932-6F1085239EBA}"/>
          </ac:spMkLst>
        </pc:spChg>
        <pc:spChg chg="mod modVis">
          <ac:chgData name="Brigida Reyes" userId="fa9ded72177516ae" providerId="LiveId" clId="{F697C409-150F-4EA1-99A5-AF676A2956D1}" dt="2026-09-10T00:25:11.762" v="746" actId="26606"/>
          <ac:spMkLst>
            <pc:docMk/>
            <pc:sldMk cId="363187288" sldId="2789"/>
            <ac:spMk id="4" creationId="{FE526DD9-2FC0-2DFE-C464-03E4DC3268B4}"/>
          </ac:spMkLst>
        </pc:spChg>
        <pc:spChg chg="del">
          <ac:chgData name="Brigida Reyes" userId="fa9ded72177516ae" providerId="LiveId" clId="{F697C409-150F-4EA1-99A5-AF676A2956D1}" dt="2026-09-10T00:24:47.436" v="742" actId="478"/>
          <ac:spMkLst>
            <pc:docMk/>
            <pc:sldMk cId="363187288" sldId="2789"/>
            <ac:spMk id="5" creationId="{9C090BB7-16CC-C1EC-B328-E123E28AF5CA}"/>
          </ac:spMkLst>
        </pc:spChg>
        <pc:spChg chg="mod modVis">
          <ac:chgData name="Brigida Reyes" userId="fa9ded72177516ae" providerId="LiveId" clId="{F697C409-150F-4EA1-99A5-AF676A2956D1}" dt="2026-09-10T00:25:11.762" v="746" actId="26606"/>
          <ac:spMkLst>
            <pc:docMk/>
            <pc:sldMk cId="363187288" sldId="2789"/>
            <ac:spMk id="6" creationId="{42FF876A-5621-4C1E-220F-98AC6A347BB0}"/>
          </ac:spMkLst>
        </pc:spChg>
        <pc:spChg chg="add mod">
          <ac:chgData name="Brigida Reyes" userId="fa9ded72177516ae" providerId="LiveId" clId="{F697C409-150F-4EA1-99A5-AF676A2956D1}" dt="2026-09-10T00:25:11.762" v="746" actId="26606"/>
          <ac:spMkLst>
            <pc:docMk/>
            <pc:sldMk cId="363187288" sldId="2789"/>
            <ac:spMk id="13" creationId="{14EF2E55-F669-C948-C233-5860690AA32E}"/>
          </ac:spMkLst>
        </pc:spChg>
        <pc:picChg chg="add mod ord">
          <ac:chgData name="Brigida Reyes" userId="fa9ded72177516ae" providerId="LiveId" clId="{F697C409-150F-4EA1-99A5-AF676A2956D1}" dt="2026-09-10T00:25:11.762" v="746" actId="26606"/>
          <ac:picMkLst>
            <pc:docMk/>
            <pc:sldMk cId="363187288" sldId="2789"/>
            <ac:picMk id="8" creationId="{6D6E30A4-0D2A-A6DD-88A8-3E14D7DF3699}"/>
          </ac:picMkLst>
        </pc:picChg>
      </pc:sldChg>
      <pc:sldChg chg="addSp delSp modSp new mod chgLayout">
        <pc:chgData name="Brigida Reyes" userId="fa9ded72177516ae" providerId="LiveId" clId="{F697C409-150F-4EA1-99A5-AF676A2956D1}" dt="2026-09-10T00:44:47.639" v="912" actId="6549"/>
        <pc:sldMkLst>
          <pc:docMk/>
          <pc:sldMk cId="2746320197" sldId="2790"/>
        </pc:sldMkLst>
        <pc:spChg chg="mod">
          <ac:chgData name="Brigida Reyes" userId="fa9ded72177516ae" providerId="LiveId" clId="{F697C409-150F-4EA1-99A5-AF676A2956D1}" dt="2026-09-10T00:43:19.976" v="902" actId="6549"/>
          <ac:spMkLst>
            <pc:docMk/>
            <pc:sldMk cId="2746320197" sldId="2790"/>
            <ac:spMk id="2" creationId="{F64A5A94-9C7C-F8C4-DD1C-309238A100C0}"/>
          </ac:spMkLst>
        </pc:spChg>
        <pc:spChg chg="mod">
          <ac:chgData name="Brigida Reyes" userId="fa9ded72177516ae" providerId="LiveId" clId="{F697C409-150F-4EA1-99A5-AF676A2956D1}" dt="2026-09-10T00:44:47.639" v="912" actId="6549"/>
          <ac:spMkLst>
            <pc:docMk/>
            <pc:sldMk cId="2746320197" sldId="2790"/>
            <ac:spMk id="3" creationId="{4D812BE4-0980-6CB4-06AD-14403AC6BCF7}"/>
          </ac:spMkLst>
        </pc:spChg>
        <pc:spChg chg="mod">
          <ac:chgData name="Brigida Reyes" userId="fa9ded72177516ae" providerId="LiveId" clId="{F697C409-150F-4EA1-99A5-AF676A2956D1}" dt="2026-09-10T00:37:36.279" v="837" actId="26606"/>
          <ac:spMkLst>
            <pc:docMk/>
            <pc:sldMk cId="2746320197" sldId="2790"/>
            <ac:spMk id="4" creationId="{095B40D6-58C7-7A6D-B7C5-3ED7FE9D9918}"/>
          </ac:spMkLst>
        </pc:spChg>
        <pc:spChg chg="mod">
          <ac:chgData name="Brigida Reyes" userId="fa9ded72177516ae" providerId="LiveId" clId="{F697C409-150F-4EA1-99A5-AF676A2956D1}" dt="2026-09-10T00:37:36.279" v="837" actId="26606"/>
          <ac:spMkLst>
            <pc:docMk/>
            <pc:sldMk cId="2746320197" sldId="2790"/>
            <ac:spMk id="5" creationId="{87A7D41C-3F2E-A27A-A898-0941D32A21FC}"/>
          </ac:spMkLst>
        </pc:spChg>
        <pc:spChg chg="mod">
          <ac:chgData name="Brigida Reyes" userId="fa9ded72177516ae" providerId="LiveId" clId="{F697C409-150F-4EA1-99A5-AF676A2956D1}" dt="2026-09-10T00:37:36.279" v="837" actId="26606"/>
          <ac:spMkLst>
            <pc:docMk/>
            <pc:sldMk cId="2746320197" sldId="2790"/>
            <ac:spMk id="6" creationId="{2510DE61-9189-1BC1-DCEF-C2DC56EC00CF}"/>
          </ac:spMkLst>
        </pc:spChg>
        <pc:spChg chg="add mod">
          <ac:chgData name="Brigida Reyes" userId="fa9ded72177516ae" providerId="LiveId" clId="{F697C409-150F-4EA1-99A5-AF676A2956D1}" dt="2026-09-10T00:36:33.926" v="834" actId="931"/>
          <ac:spMkLst>
            <pc:docMk/>
            <pc:sldMk cId="2746320197" sldId="2790"/>
            <ac:spMk id="9" creationId="{85FBF76C-9AF3-269A-AB9E-C12DED73B511}"/>
          </ac:spMkLst>
        </pc:spChg>
        <pc:spChg chg="add del mod">
          <ac:chgData name="Brigida Reyes" userId="fa9ded72177516ae" providerId="LiveId" clId="{F697C409-150F-4EA1-99A5-AF676A2956D1}" dt="2026-09-10T00:37:37.211" v="838" actId="931"/>
          <ac:spMkLst>
            <pc:docMk/>
            <pc:sldMk cId="2746320197" sldId="2790"/>
            <ac:spMk id="11" creationId="{60879783-D5EE-E431-7A91-A87E8076BCC4}"/>
          </ac:spMkLst>
        </pc:spChg>
        <pc:spChg chg="add mod">
          <ac:chgData name="Brigida Reyes" userId="fa9ded72177516ae" providerId="LiveId" clId="{F697C409-150F-4EA1-99A5-AF676A2956D1}" dt="2026-09-10T00:37:37.211" v="838" actId="931"/>
          <ac:spMkLst>
            <pc:docMk/>
            <pc:sldMk cId="2746320197" sldId="2790"/>
            <ac:spMk id="13" creationId="{FB8EE17C-D2D5-2D00-0F49-DF34C0FD9A5E}"/>
          </ac:spMkLst>
        </pc:spChg>
        <pc:picChg chg="add mod">
          <ac:chgData name="Brigida Reyes" userId="fa9ded72177516ae" providerId="LiveId" clId="{F697C409-150F-4EA1-99A5-AF676A2956D1}" dt="2026-09-10T00:36:33.926" v="834" actId="931"/>
          <ac:picMkLst>
            <pc:docMk/>
            <pc:sldMk cId="2746320197" sldId="2790"/>
            <ac:picMk id="8" creationId="{0F0B9FA8-C4C3-C873-4DDD-25BA0BC0F95D}"/>
          </ac:picMkLst>
        </pc:picChg>
        <pc:picChg chg="add mod">
          <ac:chgData name="Brigida Reyes" userId="fa9ded72177516ae" providerId="LiveId" clId="{F697C409-150F-4EA1-99A5-AF676A2956D1}" dt="2026-09-10T00:37:37.211" v="838" actId="931"/>
          <ac:picMkLst>
            <pc:docMk/>
            <pc:sldMk cId="2746320197" sldId="2790"/>
            <ac:picMk id="12" creationId="{3FC888F4-161C-3CBC-256C-0F8E49B99C50}"/>
          </ac:picMkLst>
        </pc:picChg>
      </pc:sldChg>
      <pc:sldChg chg="addSp delSp modSp new del mod">
        <pc:chgData name="Brigida Reyes" userId="fa9ded72177516ae" providerId="LiveId" clId="{F697C409-150F-4EA1-99A5-AF676A2956D1}" dt="2026-09-10T00:38:58.953" v="844" actId="47"/>
        <pc:sldMkLst>
          <pc:docMk/>
          <pc:sldMk cId="1025205335" sldId="2791"/>
        </pc:sldMkLst>
        <pc:spChg chg="del">
          <ac:chgData name="Brigida Reyes" userId="fa9ded72177516ae" providerId="LiveId" clId="{F697C409-150F-4EA1-99A5-AF676A2956D1}" dt="2026-09-10T00:37:49.428" v="840" actId="478"/>
          <ac:spMkLst>
            <pc:docMk/>
            <pc:sldMk cId="1025205335" sldId="2791"/>
            <ac:spMk id="2" creationId="{F5884DAE-694B-8B07-CCF5-12AA86E0FC7C}"/>
          </ac:spMkLst>
        </pc:spChg>
        <pc:spChg chg="del">
          <ac:chgData name="Brigida Reyes" userId="fa9ded72177516ae" providerId="LiveId" clId="{F697C409-150F-4EA1-99A5-AF676A2956D1}" dt="2026-09-10T00:37:52.932" v="841" actId="478"/>
          <ac:spMkLst>
            <pc:docMk/>
            <pc:sldMk cId="1025205335" sldId="2791"/>
            <ac:spMk id="3" creationId="{9A6F6E24-8B25-A32C-9919-90897D61A3A6}"/>
          </ac:spMkLst>
        </pc:spChg>
        <pc:spChg chg="add mod">
          <ac:chgData name="Brigida Reyes" userId="fa9ded72177516ae" providerId="LiveId" clId="{F697C409-150F-4EA1-99A5-AF676A2956D1}" dt="2026-09-10T00:38:01.478" v="843" actId="1076"/>
          <ac:spMkLst>
            <pc:docMk/>
            <pc:sldMk cId="1025205335" sldId="2791"/>
            <ac:spMk id="8" creationId="{48004FB2-6A27-7033-9B51-7A7F7D014460}"/>
          </ac:spMkLst>
        </pc:spChg>
        <pc:picChg chg="add mod">
          <ac:chgData name="Brigida Reyes" userId="fa9ded72177516ae" providerId="LiveId" clId="{F697C409-150F-4EA1-99A5-AF676A2956D1}" dt="2026-09-10T00:38:01.478" v="843" actId="1076"/>
          <ac:picMkLst>
            <pc:docMk/>
            <pc:sldMk cId="1025205335" sldId="2791"/>
            <ac:picMk id="7" creationId="{E0A1197E-9749-473A-54D7-3712A28DF502}"/>
          </ac:picMkLst>
        </pc:picChg>
      </pc:sldChg>
      <pc:sldChg chg="addSp delSp modSp new del mod">
        <pc:chgData name="Brigida Reyes" userId="fa9ded72177516ae" providerId="LiveId" clId="{F697C409-150F-4EA1-99A5-AF676A2956D1}" dt="2026-09-10T00:36:30.340" v="833" actId="680"/>
        <pc:sldMkLst>
          <pc:docMk/>
          <pc:sldMk cId="1916474369" sldId="2791"/>
        </pc:sldMkLst>
        <pc:spChg chg="add del">
          <ac:chgData name="Brigida Reyes" userId="fa9ded72177516ae" providerId="LiveId" clId="{F697C409-150F-4EA1-99A5-AF676A2956D1}" dt="2026-09-10T00:36:29.802" v="832" actId="478"/>
          <ac:spMkLst>
            <pc:docMk/>
            <pc:sldMk cId="1916474369" sldId="2791"/>
            <ac:spMk id="2" creationId="{91B0A0CF-67C9-6D51-024A-D2181A8267C4}"/>
          </ac:spMkLst>
        </pc:spChg>
        <pc:spChg chg="add del mod">
          <ac:chgData name="Brigida Reyes" userId="fa9ded72177516ae" providerId="LiveId" clId="{F697C409-150F-4EA1-99A5-AF676A2956D1}" dt="2026-09-10T00:36:29.302" v="831" actId="14100"/>
          <ac:spMkLst>
            <pc:docMk/>
            <pc:sldMk cId="1916474369" sldId="2791"/>
            <ac:spMk id="3" creationId="{36989F82-12D4-C6C0-9D24-3B0B6DC80D0B}"/>
          </ac:spMkLst>
        </pc:spChg>
        <pc:spChg chg="add mod">
          <ac:chgData name="Brigida Reyes" userId="fa9ded72177516ae" providerId="LiveId" clId="{F697C409-150F-4EA1-99A5-AF676A2956D1}" dt="2026-09-10T00:36:10.908" v="828"/>
          <ac:spMkLst>
            <pc:docMk/>
            <pc:sldMk cId="1916474369" sldId="2791"/>
            <ac:spMk id="8" creationId="{B0F4330B-1FED-4B29-06FD-ABBA5C67BCE7}"/>
          </ac:spMkLst>
        </pc:spChg>
        <pc:picChg chg="add mod">
          <ac:chgData name="Brigida Reyes" userId="fa9ded72177516ae" providerId="LiveId" clId="{F697C409-150F-4EA1-99A5-AF676A2956D1}" dt="2026-09-10T00:36:16.899" v="829"/>
          <ac:picMkLst>
            <pc:docMk/>
            <pc:sldMk cId="1916474369" sldId="2791"/>
            <ac:picMk id="7" creationId="{51A61650-6A22-79DF-7177-8A1334E55F1B}"/>
          </ac:picMkLst>
        </pc:picChg>
      </pc:sldChg>
      <pc:sldChg chg="modSp new mod">
        <pc:chgData name="Brigida Reyes" userId="fa9ded72177516ae" providerId="LiveId" clId="{F697C409-150F-4EA1-99A5-AF676A2956D1}" dt="2026-09-10T00:41:41.589" v="880" actId="14100"/>
        <pc:sldMkLst>
          <pc:docMk/>
          <pc:sldMk cId="3810399732" sldId="2791"/>
        </pc:sldMkLst>
        <pc:spChg chg="mod">
          <ac:chgData name="Brigida Reyes" userId="fa9ded72177516ae" providerId="LiveId" clId="{F697C409-150F-4EA1-99A5-AF676A2956D1}" dt="2026-09-10T00:39:47.711" v="852"/>
          <ac:spMkLst>
            <pc:docMk/>
            <pc:sldMk cId="3810399732" sldId="2791"/>
            <ac:spMk id="2" creationId="{9DB46C58-E520-632E-CDAC-C122DE215486}"/>
          </ac:spMkLst>
        </pc:spChg>
        <pc:spChg chg="mod">
          <ac:chgData name="Brigida Reyes" userId="fa9ded72177516ae" providerId="LiveId" clId="{F697C409-150F-4EA1-99A5-AF676A2956D1}" dt="2026-09-10T00:41:41.589" v="880" actId="14100"/>
          <ac:spMkLst>
            <pc:docMk/>
            <pc:sldMk cId="3810399732" sldId="2791"/>
            <ac:spMk id="3" creationId="{802DB3FB-34C9-C7C8-573D-BE5E9F38D03B}"/>
          </ac:spMkLst>
        </pc:spChg>
      </pc:sldChg>
      <pc:sldChg chg="modSp new mod">
        <pc:chgData name="Brigida Reyes" userId="fa9ded72177516ae" providerId="LiveId" clId="{F697C409-150F-4EA1-99A5-AF676A2956D1}" dt="2026-09-10T00:42:14.104" v="892" actId="6549"/>
        <pc:sldMkLst>
          <pc:docMk/>
          <pc:sldMk cId="2460433258" sldId="2792"/>
        </pc:sldMkLst>
        <pc:spChg chg="mod">
          <ac:chgData name="Brigida Reyes" userId="fa9ded72177516ae" providerId="LiveId" clId="{F697C409-150F-4EA1-99A5-AF676A2956D1}" dt="2026-09-10T00:41:26.417" v="873"/>
          <ac:spMkLst>
            <pc:docMk/>
            <pc:sldMk cId="2460433258" sldId="2792"/>
            <ac:spMk id="2" creationId="{7B7E7670-6111-9F20-D504-87C0343F8553}"/>
          </ac:spMkLst>
        </pc:spChg>
        <pc:spChg chg="mod">
          <ac:chgData name="Brigida Reyes" userId="fa9ded72177516ae" providerId="LiveId" clId="{F697C409-150F-4EA1-99A5-AF676A2956D1}" dt="2026-09-10T00:42:14.104" v="892" actId="6549"/>
          <ac:spMkLst>
            <pc:docMk/>
            <pc:sldMk cId="2460433258" sldId="2792"/>
            <ac:spMk id="3" creationId="{83B00F64-953F-4FF7-18D1-39A587E9DE76}"/>
          </ac:spMkLst>
        </pc:spChg>
      </pc:sldChg>
      <pc:sldChg chg="addSp delSp modSp new mod modClrScheme chgLayout">
        <pc:chgData name="Brigida Reyes" userId="fa9ded72177516ae" providerId="LiveId" clId="{F697C409-150F-4EA1-99A5-AF676A2956D1}" dt="2026-09-10T01:12:17.210" v="960" actId="113"/>
        <pc:sldMkLst>
          <pc:docMk/>
          <pc:sldMk cId="1902686195" sldId="2793"/>
        </pc:sldMkLst>
        <pc:spChg chg="mod">
          <ac:chgData name="Brigida Reyes" userId="fa9ded72177516ae" providerId="LiveId" clId="{F697C409-150F-4EA1-99A5-AF676A2956D1}" dt="2026-09-10T00:47:45.233" v="923" actId="26606"/>
          <ac:spMkLst>
            <pc:docMk/>
            <pc:sldMk cId="1902686195" sldId="2793"/>
            <ac:spMk id="2" creationId="{A4464DE9-54CB-7701-42B5-E81240F68BBC}"/>
          </ac:spMkLst>
        </pc:spChg>
        <pc:spChg chg="del mod">
          <ac:chgData name="Brigida Reyes" userId="fa9ded72177516ae" providerId="LiveId" clId="{F697C409-150F-4EA1-99A5-AF676A2956D1}" dt="2026-09-10T00:47:31.021" v="921" actId="21"/>
          <ac:spMkLst>
            <pc:docMk/>
            <pc:sldMk cId="1902686195" sldId="2793"/>
            <ac:spMk id="3" creationId="{425DC6DF-7C17-56F3-BD54-8B28A52E723A}"/>
          </ac:spMkLst>
        </pc:spChg>
        <pc:spChg chg="mod">
          <ac:chgData name="Brigida Reyes" userId="fa9ded72177516ae" providerId="LiveId" clId="{F697C409-150F-4EA1-99A5-AF676A2956D1}" dt="2026-09-10T00:47:45.233" v="923" actId="26606"/>
          <ac:spMkLst>
            <pc:docMk/>
            <pc:sldMk cId="1902686195" sldId="2793"/>
            <ac:spMk id="4" creationId="{083FF8C0-94E2-E142-16EB-F97438297B03}"/>
          </ac:spMkLst>
        </pc:spChg>
        <pc:spChg chg="del mod">
          <ac:chgData name="Brigida Reyes" userId="fa9ded72177516ae" providerId="LiveId" clId="{F697C409-150F-4EA1-99A5-AF676A2956D1}" dt="2026-09-10T00:48:19.453" v="932" actId="478"/>
          <ac:spMkLst>
            <pc:docMk/>
            <pc:sldMk cId="1902686195" sldId="2793"/>
            <ac:spMk id="5" creationId="{C7E12248-EB0D-39A8-6F20-ED5260C2DD06}"/>
          </ac:spMkLst>
        </pc:spChg>
        <pc:spChg chg="mod">
          <ac:chgData name="Brigida Reyes" userId="fa9ded72177516ae" providerId="LiveId" clId="{F697C409-150F-4EA1-99A5-AF676A2956D1}" dt="2026-09-10T00:47:45.233" v="923" actId="26606"/>
          <ac:spMkLst>
            <pc:docMk/>
            <pc:sldMk cId="1902686195" sldId="2793"/>
            <ac:spMk id="6" creationId="{346E4192-14B9-55C1-E89E-F2C305972C1D}"/>
          </ac:spMkLst>
        </pc:spChg>
        <pc:spChg chg="add del mod">
          <ac:chgData name="Brigida Reyes" userId="fa9ded72177516ae" providerId="LiveId" clId="{F697C409-150F-4EA1-99A5-AF676A2956D1}" dt="2026-09-10T00:47:34.726" v="922" actId="478"/>
          <ac:spMkLst>
            <pc:docMk/>
            <pc:sldMk cId="1902686195" sldId="2793"/>
            <ac:spMk id="9" creationId="{3975BBDD-D467-51CF-6308-9253D8AA6C5D}"/>
          </ac:spMkLst>
        </pc:spChg>
        <pc:spChg chg="add mod">
          <ac:chgData name="Brigida Reyes" userId="fa9ded72177516ae" providerId="LiveId" clId="{F697C409-150F-4EA1-99A5-AF676A2956D1}" dt="2026-09-10T01:12:17.210" v="960" actId="113"/>
          <ac:spMkLst>
            <pc:docMk/>
            <pc:sldMk cId="1902686195" sldId="2793"/>
            <ac:spMk id="10" creationId="{425DC6DF-7C17-56F3-BD54-8B28A52E723A}"/>
          </ac:spMkLst>
        </pc:spChg>
        <pc:graphicFrameChg chg="add mod modGraphic">
          <ac:chgData name="Brigida Reyes" userId="fa9ded72177516ae" providerId="LiveId" clId="{F697C409-150F-4EA1-99A5-AF676A2956D1}" dt="2026-09-10T00:50:19.217" v="957" actId="20577"/>
          <ac:graphicFrameMkLst>
            <pc:docMk/>
            <pc:sldMk cId="1902686195" sldId="2793"/>
            <ac:graphicFrameMk id="7" creationId="{9EFDCC18-4983-8C9D-8AA8-56E1EE8C4E21}"/>
          </ac:graphicFrameMkLst>
        </pc:graphicFrameChg>
      </pc:sldChg>
      <pc:sldChg chg="new">
        <pc:chgData name="Brigida Reyes" userId="fa9ded72177516ae" providerId="LiveId" clId="{F697C409-150F-4EA1-99A5-AF676A2956D1}" dt="2026-09-10T00:50:38.309" v="958" actId="680"/>
        <pc:sldMkLst>
          <pc:docMk/>
          <pc:sldMk cId="3347494873" sldId="279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9/10/2026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5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26233410-150A-4A72-BF63-6D3ACBC30148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91AF1D09-6B76-4716-AD3D-9F53166D3BF5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0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6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2286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2286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2286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72E1B28-DB45-4001-B295-7D7933E04419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9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40" r:id="rId3"/>
    <p:sldLayoutId id="2147483686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ail.blueplanetbiomes.org/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reativecommons.org/licenses/by-nc-sa/3.0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38E9-D21E-DE68-38AC-F56AEA15B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rmAutofit fontScale="90000"/>
          </a:bodyPr>
          <a:lstStyle/>
          <a:p>
            <a:r>
              <a:rPr lang="en-PH" dirty="0"/>
              <a:t>Air Quality and Supervision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4D864-A6BD-C75F-9B88-BAB58775A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 anchor="t">
            <a:normAutofit/>
          </a:bodyPr>
          <a:lstStyle/>
          <a:p>
            <a:r>
              <a:rPr lang="en-US" dirty="0"/>
              <a:t>Lesson  7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247F861-42CF-FE05-F8FD-7EBB0D76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/>
          <a:lstStyle/>
          <a:p>
            <a:pPr lvl="0"/>
            <a:fld id="{84C450F2-3BB4-4AE4-8A35-A9D7AEA4C850}" type="slidenum">
              <a:rPr lang="en-US" noProof="0" smtClean="0"/>
              <a:pPr lvl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24AFB-FA71-1F7F-A719-52D19E6B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2F33A-4419-B19B-D9B2-D66DCD886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9828" y="1384847"/>
            <a:ext cx="9122229" cy="4905116"/>
          </a:xfrm>
        </p:spPr>
        <p:txBody>
          <a:bodyPr>
            <a:normAutofit fontScale="85000" lnSpcReduction="10000"/>
          </a:bodyPr>
          <a:lstStyle/>
          <a:p>
            <a:r>
              <a:rPr lang="en-PH" sz="3200" b="1" dirty="0"/>
              <a:t>Air quality</a:t>
            </a:r>
            <a:r>
              <a:rPr lang="en-PH" sz="3200" dirty="0"/>
              <a:t> refers to the condition of the air in a particular place based on the </a:t>
            </a:r>
            <a:r>
              <a:rPr lang="en-PH" sz="3200" b="1" dirty="0">
                <a:solidFill>
                  <a:schemeClr val="accent2"/>
                </a:solidFill>
              </a:rPr>
              <a:t>amount and type of pollutants present</a:t>
            </a:r>
            <a:r>
              <a:rPr lang="en-PH" sz="3200" dirty="0"/>
              <a:t>. </a:t>
            </a:r>
          </a:p>
          <a:p>
            <a:pPr lvl="1"/>
            <a:r>
              <a:rPr lang="en-PH" sz="3000" b="1" dirty="0"/>
              <a:t>Good air qual</a:t>
            </a:r>
            <a:r>
              <a:rPr lang="en-PH" sz="3000" dirty="0"/>
              <a:t>ity supports human health and ecosystems, </a:t>
            </a:r>
          </a:p>
          <a:p>
            <a:pPr lvl="1"/>
            <a:r>
              <a:rPr lang="en-PH" sz="3000" b="1" dirty="0"/>
              <a:t>Poor air quality </a:t>
            </a:r>
            <a:r>
              <a:rPr lang="en-PH" sz="3000" dirty="0"/>
              <a:t>can cause respiratory diseases, environmental damage, and climate-related problems.</a:t>
            </a:r>
          </a:p>
          <a:p>
            <a:r>
              <a:rPr lang="en-PH" sz="3200" dirty="0"/>
              <a:t>This lesson discusses the </a:t>
            </a:r>
            <a:r>
              <a:rPr lang="en-PH" sz="3200" b="1" dirty="0"/>
              <a:t>Earth's atmosphere, air pollution, air quality management, and methods of controlling air pollution</a:t>
            </a:r>
            <a:r>
              <a:rPr lang="en-PH" sz="3200" dirty="0"/>
              <a:t>.</a:t>
            </a:r>
          </a:p>
          <a:p>
            <a:endParaRPr lang="en-P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E7FF6-7114-64CE-0DD4-07ED34C76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2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23A2B-A0F0-6E75-408D-343B2F83A6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FE21D4C7-8630-4B98-978C-30388BBD4EE8}" type="datetime1">
              <a:rPr lang="en-US" smtClean="0"/>
              <a:t>9/10/2026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473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B1C6A-7E4A-ED05-E4ED-4470D43C6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/>
          <a:p>
            <a:br>
              <a:rPr lang="en-PH" b="1" dirty="0"/>
            </a:br>
            <a:br>
              <a:rPr lang="en-PH" b="1" dirty="0"/>
            </a:br>
            <a:br>
              <a:rPr lang="en-PH" b="1" dirty="0"/>
            </a:br>
            <a:r>
              <a:rPr lang="en-PH" b="1" dirty="0"/>
              <a:t>Learning Objectives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CEBF0-E2D6-8F52-0A90-68C5D00035E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44686" y="640080"/>
            <a:ext cx="7840762" cy="53252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2400" dirty="0"/>
              <a:t>At the end of the lesson, students should be able to: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PH" sz="2800" b="1" dirty="0"/>
              <a:t>Describe</a:t>
            </a:r>
            <a:r>
              <a:rPr lang="en-PH" sz="2800" dirty="0"/>
              <a:t> the structure and composition of the Earth's atmosphere.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PH" sz="2800" b="1" dirty="0"/>
              <a:t>Identify and explain</a:t>
            </a:r>
            <a:r>
              <a:rPr lang="en-PH" sz="2800" dirty="0"/>
              <a:t> major sources, types, and effects of air pollution.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PH" sz="2800" b="1" dirty="0"/>
              <a:t>Explain</a:t>
            </a:r>
            <a:r>
              <a:rPr lang="en-PH" sz="2800" dirty="0"/>
              <a:t> the principles and practices of air quality management.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PH" sz="2800" b="1" dirty="0"/>
              <a:t>Evaluate</a:t>
            </a:r>
            <a:r>
              <a:rPr lang="en-PH" sz="2800" dirty="0"/>
              <a:t> appropriate methods for preventing and controlling air pollution. </a:t>
            </a:r>
          </a:p>
          <a:p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A0820-B249-E28F-CA77-DA5FCF3E90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21D4C7-8630-4B98-978C-30388BBD4EE8}" type="datetime1">
              <a:rPr lang="en-US" smtClean="0"/>
              <a:pPr>
                <a:spcAft>
                  <a:spcPts val="600"/>
                </a:spcAft>
              </a:pPr>
              <a:t>9/10/2026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F4BB9423-491C-F71E-8520-EC984E35A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3C3B1-B2B6-4265-90A4-58F05CD6C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165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762DC-0EEC-7ECF-8A3C-2DE5FCE277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PH" sz="4800" dirty="0"/>
              <a:t>The Earth's Atmosphere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A704F3-659B-C9B3-119D-C3FDF50443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2906486"/>
            <a:ext cx="4206240" cy="3348010"/>
          </a:xfrm>
        </p:spPr>
        <p:txBody>
          <a:bodyPr>
            <a:normAutofit/>
          </a:bodyPr>
          <a:lstStyle/>
          <a:p>
            <a:r>
              <a:rPr lang="en-PH" sz="2800" dirty="0"/>
              <a:t>The </a:t>
            </a:r>
            <a:r>
              <a:rPr lang="en-PH" sz="2800" b="1" dirty="0"/>
              <a:t>atmosphere</a:t>
            </a:r>
            <a:r>
              <a:rPr lang="en-PH" sz="2800" dirty="0"/>
              <a:t> is the </a:t>
            </a:r>
            <a:r>
              <a:rPr lang="en-PH" sz="2800" b="1" dirty="0">
                <a:solidFill>
                  <a:schemeClr val="accent2"/>
                </a:solidFill>
              </a:rPr>
              <a:t>layer of gases </a:t>
            </a:r>
            <a:r>
              <a:rPr lang="en-PH" sz="2800" dirty="0"/>
              <a:t>surrounding Earth. It provides the conditions necessary for life.</a:t>
            </a:r>
          </a:p>
          <a:p>
            <a:endParaRPr lang="en-PH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4127FA02-0618-94AB-CED9-3F334981F6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3055" r="13055"/>
          <a:stretch>
            <a:fillRect/>
          </a:stretch>
        </p:blipFill>
        <p:spPr/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C3A90-76DD-D0B8-ABD8-3BCE39CE8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F18D3-87BE-4A2D-AD2C-B21E415FD900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2ED7F-39DF-76FE-FE33-C02318C06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2880AE-4526-91BB-8794-2963201C9D97}"/>
              </a:ext>
            </a:extLst>
          </p:cNvPr>
          <p:cNvSpPr txBox="1"/>
          <p:nvPr/>
        </p:nvSpPr>
        <p:spPr>
          <a:xfrm>
            <a:off x="5586160" y="6399152"/>
            <a:ext cx="660584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900">
                <a:hlinkClick r:id="rId3" tooltip="https://mail.blueplanetbiomes.org/"/>
              </a:rPr>
              <a:t>This Photo</a:t>
            </a:r>
            <a:r>
              <a:rPr lang="en-PH" sz="900"/>
              <a:t> by Unknown Author is licensed under </a:t>
            </a:r>
            <a:r>
              <a:rPr lang="en-PH" sz="900">
                <a:hlinkClick r:id="rId4" tooltip="https://creativecommons.org/licenses/by-nc-sa/3.0/"/>
              </a:rPr>
              <a:t>CC BY-SA-NC</a:t>
            </a:r>
            <a:endParaRPr lang="en-PH" sz="900"/>
          </a:p>
        </p:txBody>
      </p:sp>
    </p:spTree>
    <p:extLst>
      <p:ext uri="{BB962C8B-B14F-4D97-AF65-F5344CB8AC3E}">
        <p14:creationId xmlns:p14="http://schemas.microsoft.com/office/powerpoint/2010/main" val="1952617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EC30A-E01F-0A9D-706B-6EDE54EE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 anchor="b">
            <a:normAutofit/>
          </a:bodyPr>
          <a:lstStyle/>
          <a:p>
            <a:r>
              <a:rPr lang="en-PH" dirty="0"/>
              <a:t>Composition of the Atmosphere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97ABC-CD51-1D30-EE0F-D51EABDB1F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21D4C7-8630-4B98-978C-30388BBD4EE8}" type="datetime1">
              <a:rPr lang="en-US" smtClean="0"/>
              <a:pPr>
                <a:spcAft>
                  <a:spcPts val="600"/>
                </a:spcAft>
              </a:pPr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99E36-F69B-BD35-DDF4-904680F62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B373B8C-3467-A698-AB14-45233C17E1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521190"/>
              </p:ext>
            </p:extLst>
          </p:nvPr>
        </p:nvGraphicFramePr>
        <p:xfrm>
          <a:off x="1066927" y="1384847"/>
          <a:ext cx="9853523" cy="5167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0546">
                  <a:extLst>
                    <a:ext uri="{9D8B030D-6E8A-4147-A177-3AD203B41FA5}">
                      <a16:colId xmlns:a16="http://schemas.microsoft.com/office/drawing/2014/main" val="190742574"/>
                    </a:ext>
                  </a:extLst>
                </a:gridCol>
                <a:gridCol w="2175267">
                  <a:extLst>
                    <a:ext uri="{9D8B030D-6E8A-4147-A177-3AD203B41FA5}">
                      <a16:colId xmlns:a16="http://schemas.microsoft.com/office/drawing/2014/main" val="2451638432"/>
                    </a:ext>
                  </a:extLst>
                </a:gridCol>
                <a:gridCol w="5447710">
                  <a:extLst>
                    <a:ext uri="{9D8B030D-6E8A-4147-A177-3AD203B41FA5}">
                      <a16:colId xmlns:a16="http://schemas.microsoft.com/office/drawing/2014/main" val="4059670933"/>
                    </a:ext>
                  </a:extLst>
                </a:gridCol>
              </a:tblGrid>
              <a:tr h="8018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2300" u="none" strike="noStrike">
                          <a:effectLst/>
                        </a:rPr>
                        <a:t>Gas</a:t>
                      </a:r>
                      <a:endParaRPr lang="en-PH" sz="2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48" marR="9348" marT="93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2300" u="none" strike="noStrike">
                          <a:effectLst/>
                        </a:rPr>
                        <a:t>Approximate Proportion</a:t>
                      </a:r>
                      <a:endParaRPr lang="en-PH" sz="2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48" marR="9348" marT="93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2300" u="none" strike="noStrike">
                          <a:effectLst/>
                        </a:rPr>
                        <a:t>Importance</a:t>
                      </a:r>
                      <a:endParaRPr lang="en-PH" sz="2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48" marR="9348" marT="9348" marB="0" anchor="ctr"/>
                </a:tc>
                <a:extLst>
                  <a:ext uri="{0D108BD9-81ED-4DB2-BD59-A6C34878D82A}">
                    <a16:rowId xmlns:a16="http://schemas.microsoft.com/office/drawing/2014/main" val="3202622451"/>
                  </a:ext>
                </a:extLst>
              </a:tr>
              <a:tr h="8018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300" b="1" u="none" strike="noStrike" dirty="0">
                          <a:effectLst/>
                        </a:rPr>
                        <a:t>Nitrogen (N₂)</a:t>
                      </a:r>
                      <a:endParaRPr lang="en-PH" sz="2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48" marR="9348" marT="93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2300" b="1" u="none" strike="noStrike" dirty="0">
                          <a:effectLst/>
                        </a:rPr>
                        <a:t>78%</a:t>
                      </a:r>
                      <a:endParaRPr lang="en-PH" sz="2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48" marR="9348" marT="934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300" u="none" strike="noStrike" dirty="0">
                          <a:effectLst/>
                        </a:rPr>
                        <a:t>Important in the </a:t>
                      </a:r>
                      <a:r>
                        <a:rPr lang="en-PH" sz="2300" b="1" u="none" strike="noStrike" dirty="0">
                          <a:effectLst/>
                        </a:rPr>
                        <a:t>nitrogen cycle </a:t>
                      </a:r>
                      <a:r>
                        <a:rPr lang="en-PH" sz="2300" u="none" strike="noStrike" dirty="0">
                          <a:effectLst/>
                        </a:rPr>
                        <a:t>and production of proteins.</a:t>
                      </a:r>
                      <a:endParaRPr lang="en-PH" sz="2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48" marR="9348" marT="9348" marB="0" anchor="ctr"/>
                </a:tc>
                <a:extLst>
                  <a:ext uri="{0D108BD9-81ED-4DB2-BD59-A6C34878D82A}">
                    <a16:rowId xmlns:a16="http://schemas.microsoft.com/office/drawing/2014/main" val="1561683636"/>
                  </a:ext>
                </a:extLst>
              </a:tr>
              <a:tr h="4480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300" b="1" u="none" strike="noStrike" dirty="0">
                          <a:effectLst/>
                        </a:rPr>
                        <a:t>Oxygen (O₂)</a:t>
                      </a:r>
                      <a:endParaRPr lang="en-PH" sz="2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48" marR="9348" marT="93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2300" b="1" u="none" strike="noStrike" dirty="0">
                          <a:effectLst/>
                        </a:rPr>
                        <a:t>21%</a:t>
                      </a:r>
                      <a:endParaRPr lang="en-PH" sz="2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48" marR="9348" marT="934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300" u="none" strike="noStrike" dirty="0">
                          <a:effectLst/>
                        </a:rPr>
                        <a:t>Required for </a:t>
                      </a:r>
                      <a:r>
                        <a:rPr lang="en-PH" sz="2300" b="1" u="none" strike="noStrike" dirty="0">
                          <a:effectLst/>
                        </a:rPr>
                        <a:t>respiration</a:t>
                      </a:r>
                      <a:r>
                        <a:rPr lang="en-PH" sz="2300" u="none" strike="noStrike" dirty="0">
                          <a:effectLst/>
                        </a:rPr>
                        <a:t> and </a:t>
                      </a:r>
                      <a:r>
                        <a:rPr lang="en-PH" sz="2300" b="1" u="none" strike="noStrike" dirty="0">
                          <a:effectLst/>
                        </a:rPr>
                        <a:t>combustion</a:t>
                      </a:r>
                      <a:r>
                        <a:rPr lang="en-PH" sz="2300" u="none" strike="noStrike" dirty="0">
                          <a:effectLst/>
                        </a:rPr>
                        <a:t>.</a:t>
                      </a:r>
                      <a:endParaRPr lang="en-PH" sz="2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48" marR="9348" marT="9348" marB="0" anchor="ctr"/>
                </a:tc>
                <a:extLst>
                  <a:ext uri="{0D108BD9-81ED-4DB2-BD59-A6C34878D82A}">
                    <a16:rowId xmlns:a16="http://schemas.microsoft.com/office/drawing/2014/main" val="1099665545"/>
                  </a:ext>
                </a:extLst>
              </a:tr>
              <a:tr h="4480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300" b="1" u="none" strike="noStrike" dirty="0">
                          <a:effectLst/>
                        </a:rPr>
                        <a:t>Argon (</a:t>
                      </a:r>
                      <a:r>
                        <a:rPr lang="en-PH" sz="2300" b="1" u="none" strike="noStrike" dirty="0" err="1">
                          <a:effectLst/>
                        </a:rPr>
                        <a:t>Ar</a:t>
                      </a:r>
                      <a:r>
                        <a:rPr lang="en-PH" sz="2300" b="1" u="none" strike="noStrike" dirty="0">
                          <a:effectLst/>
                        </a:rPr>
                        <a:t>)</a:t>
                      </a:r>
                      <a:endParaRPr lang="en-PH" sz="2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48" marR="9348" marT="93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2300" b="1" u="none" strike="noStrike" dirty="0">
                          <a:effectLst/>
                        </a:rPr>
                        <a:t>0.93%</a:t>
                      </a:r>
                      <a:endParaRPr lang="en-PH" sz="2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48" marR="9348" marT="934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300" u="none" strike="noStrike" dirty="0">
                          <a:effectLst/>
                        </a:rPr>
                        <a:t>Inert gas with limited biological activity.</a:t>
                      </a:r>
                      <a:endParaRPr lang="en-PH" sz="2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48" marR="9348" marT="9348" marB="0" anchor="ctr"/>
                </a:tc>
                <a:extLst>
                  <a:ext uri="{0D108BD9-81ED-4DB2-BD59-A6C34878D82A}">
                    <a16:rowId xmlns:a16="http://schemas.microsoft.com/office/drawing/2014/main" val="1353284580"/>
                  </a:ext>
                </a:extLst>
              </a:tr>
              <a:tr h="8018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300" b="1" u="none" strike="noStrike" dirty="0">
                          <a:effectLst/>
                        </a:rPr>
                        <a:t>Carbon dioxide (CO₂)</a:t>
                      </a:r>
                      <a:endParaRPr lang="en-PH" sz="2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48" marR="9348" marT="93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2300" b="1" u="none" strike="noStrike" dirty="0">
                          <a:effectLst/>
                        </a:rPr>
                        <a:t>~0.04%</a:t>
                      </a:r>
                      <a:endParaRPr lang="en-PH" sz="2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48" marR="9348" marT="934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300" u="none" strike="noStrike" dirty="0">
                          <a:effectLst/>
                        </a:rPr>
                        <a:t>Used by plants in </a:t>
                      </a:r>
                      <a:r>
                        <a:rPr lang="en-PH" sz="2300" b="1" u="none" strike="noStrike" dirty="0">
                          <a:effectLst/>
                        </a:rPr>
                        <a:t>photosynthesis</a:t>
                      </a:r>
                      <a:r>
                        <a:rPr lang="en-PH" sz="2300" u="none" strike="noStrike" dirty="0">
                          <a:effectLst/>
                        </a:rPr>
                        <a:t>; </a:t>
                      </a:r>
                      <a:r>
                        <a:rPr lang="en-PH" sz="2300" b="1" u="none" strike="noStrike" dirty="0">
                          <a:effectLst/>
                        </a:rPr>
                        <a:t>Greenhouse gas</a:t>
                      </a:r>
                      <a:r>
                        <a:rPr lang="en-PH" sz="2300" u="none" strike="noStrike" dirty="0">
                          <a:effectLst/>
                        </a:rPr>
                        <a:t>.</a:t>
                      </a:r>
                      <a:endParaRPr lang="en-PH" sz="2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48" marR="9348" marT="9348" marB="0" anchor="ctr"/>
                </a:tc>
                <a:extLst>
                  <a:ext uri="{0D108BD9-81ED-4DB2-BD59-A6C34878D82A}">
                    <a16:rowId xmlns:a16="http://schemas.microsoft.com/office/drawing/2014/main" val="2399056170"/>
                  </a:ext>
                </a:extLst>
              </a:tr>
              <a:tr h="8018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300" b="1" u="none" strike="noStrike" dirty="0">
                          <a:effectLst/>
                        </a:rPr>
                        <a:t>Other gases</a:t>
                      </a:r>
                      <a:endParaRPr lang="en-PH" sz="2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48" marR="9348" marT="93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2300" b="1" u="none" strike="noStrike" dirty="0">
                          <a:effectLst/>
                        </a:rPr>
                        <a:t>Small amounts</a:t>
                      </a:r>
                      <a:endParaRPr lang="en-PH" sz="2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48" marR="9348" marT="934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300" u="none" strike="noStrike" dirty="0">
                          <a:effectLst/>
                        </a:rPr>
                        <a:t>Include neon, helium, methane, ozone, and others.</a:t>
                      </a:r>
                      <a:endParaRPr lang="en-PH" sz="2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48" marR="9348" marT="9348" marB="0" anchor="ctr"/>
                </a:tc>
                <a:extLst>
                  <a:ext uri="{0D108BD9-81ED-4DB2-BD59-A6C34878D82A}">
                    <a16:rowId xmlns:a16="http://schemas.microsoft.com/office/drawing/2014/main" val="211538784"/>
                  </a:ext>
                </a:extLst>
              </a:tr>
              <a:tr h="8018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300" b="1" u="none" strike="noStrike" dirty="0">
                          <a:effectLst/>
                        </a:rPr>
                        <a:t>Water vapor</a:t>
                      </a:r>
                      <a:endParaRPr lang="en-PH" sz="2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48" marR="9348" marT="93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2300" b="1" u="none" strike="noStrike" dirty="0">
                          <a:effectLst/>
                        </a:rPr>
                        <a:t>Variable</a:t>
                      </a:r>
                      <a:endParaRPr lang="en-PH" sz="2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48" marR="9348" marT="934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300" u="none" strike="noStrike" dirty="0">
                          <a:effectLst/>
                        </a:rPr>
                        <a:t>Important in </a:t>
                      </a:r>
                      <a:r>
                        <a:rPr lang="en-PH" sz="2300" b="1" u="none" strike="noStrike" dirty="0">
                          <a:effectLst/>
                        </a:rPr>
                        <a:t>weather, clouds</a:t>
                      </a:r>
                      <a:r>
                        <a:rPr lang="en-PH" sz="2300" u="none" strike="noStrike" dirty="0">
                          <a:effectLst/>
                        </a:rPr>
                        <a:t>, and the </a:t>
                      </a:r>
                      <a:r>
                        <a:rPr lang="en-PH" sz="2300" b="1" u="none" strike="noStrike" dirty="0">
                          <a:effectLst/>
                        </a:rPr>
                        <a:t>water cycle.</a:t>
                      </a:r>
                      <a:endParaRPr lang="en-PH" sz="2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48" marR="9348" marT="9348" marB="0" anchor="ctr"/>
                </a:tc>
                <a:extLst>
                  <a:ext uri="{0D108BD9-81ED-4DB2-BD59-A6C34878D82A}">
                    <a16:rowId xmlns:a16="http://schemas.microsoft.com/office/drawing/2014/main" val="4005188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3862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E2C68-18A1-AE18-961E-9EF11ED93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Layers of the Earth's Atmosphere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28C61-D293-6A50-6AF4-05E861376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6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F4F2BDC-E627-E820-8160-686CCA23B8B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31172" y="1384847"/>
            <a:ext cx="11125032" cy="9651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2400" dirty="0"/>
              <a:t>The atmosphere is divided into several layers according to </a:t>
            </a:r>
            <a:r>
              <a:rPr lang="en-PH" sz="2400" b="1" dirty="0">
                <a:solidFill>
                  <a:schemeClr val="accent2"/>
                </a:solidFill>
              </a:rPr>
              <a:t>changes in temperature </a:t>
            </a:r>
            <a:r>
              <a:rPr lang="en-PH" sz="2400" dirty="0"/>
              <a:t>and </a:t>
            </a:r>
            <a:r>
              <a:rPr lang="en-PH" sz="2400" b="1" dirty="0"/>
              <a:t>other characteristics.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CEA71FC-CD61-6A8B-E901-BBEAFC836C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617543"/>
              </p:ext>
            </p:extLst>
          </p:nvPr>
        </p:nvGraphicFramePr>
        <p:xfrm>
          <a:off x="1600200" y="2500688"/>
          <a:ext cx="9535886" cy="3675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1943">
                  <a:extLst>
                    <a:ext uri="{9D8B030D-6E8A-4147-A177-3AD203B41FA5}">
                      <a16:colId xmlns:a16="http://schemas.microsoft.com/office/drawing/2014/main" val="1941969686"/>
                    </a:ext>
                  </a:extLst>
                </a:gridCol>
                <a:gridCol w="3537857">
                  <a:extLst>
                    <a:ext uri="{9D8B030D-6E8A-4147-A177-3AD203B41FA5}">
                      <a16:colId xmlns:a16="http://schemas.microsoft.com/office/drawing/2014/main" val="652576489"/>
                    </a:ext>
                  </a:extLst>
                </a:gridCol>
                <a:gridCol w="3516086">
                  <a:extLst>
                    <a:ext uri="{9D8B030D-6E8A-4147-A177-3AD203B41FA5}">
                      <a16:colId xmlns:a16="http://schemas.microsoft.com/office/drawing/2014/main" val="2174163552"/>
                    </a:ext>
                  </a:extLst>
                </a:gridCol>
              </a:tblGrid>
              <a:tr h="7767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2000" u="none" strike="noStrike" dirty="0">
                          <a:effectLst/>
                        </a:rPr>
                        <a:t>Layer</a:t>
                      </a:r>
                      <a:endParaRPr lang="en-PH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2000" u="none" strike="noStrike" dirty="0">
                          <a:effectLst/>
                        </a:rPr>
                        <a:t>Temperature trend</a:t>
                      </a:r>
                      <a:endParaRPr lang="en-PH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2000" dirty="0"/>
                        <a:t>Important Characteristics</a:t>
                      </a:r>
                      <a:endParaRPr lang="en-PH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1459682551"/>
                  </a:ext>
                </a:extLst>
              </a:tr>
              <a:tr h="43245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000" b="1" u="none" strike="noStrike" dirty="0">
                          <a:effectLst/>
                        </a:rPr>
                        <a:t>Troposphere</a:t>
                      </a:r>
                      <a:endParaRPr lang="en-PH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↓</a:t>
                      </a:r>
                      <a:r>
                        <a:rPr lang="en-PH" sz="2000" b="1" u="none" strike="noStrike" dirty="0">
                          <a:effectLst/>
                        </a:rPr>
                        <a:t> </a:t>
                      </a:r>
                      <a:r>
                        <a:rPr lang="en-PH" sz="2000" u="none" strike="noStrike" dirty="0">
                          <a:effectLst/>
                        </a:rPr>
                        <a:t>Decreases</a:t>
                      </a:r>
                      <a:endParaRPr lang="en-P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Weather occurs here.</a:t>
                      </a: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3925086998"/>
                  </a:ext>
                </a:extLst>
              </a:tr>
              <a:tr h="43245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000" b="1" u="none" strike="noStrike">
                          <a:effectLst/>
                        </a:rPr>
                        <a:t>Stratosphere</a:t>
                      </a:r>
                      <a:endParaRPr lang="en-PH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2000" b="1" u="none" strike="noStrike" dirty="0">
                          <a:effectLst/>
                        </a:rPr>
                        <a:t>↑ </a:t>
                      </a:r>
                      <a:r>
                        <a:rPr lang="en-PH" sz="2000" u="none" strike="noStrike" dirty="0">
                          <a:effectLst/>
                        </a:rPr>
                        <a:t>Increases</a:t>
                      </a:r>
                      <a:endParaRPr lang="en-P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Contains the ozone layer.</a:t>
                      </a: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4216721490"/>
                  </a:ext>
                </a:extLst>
              </a:tr>
              <a:tr h="43245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000" b="1" u="none" strike="noStrike">
                          <a:effectLst/>
                        </a:rPr>
                        <a:t>Mesosphere</a:t>
                      </a:r>
                      <a:endParaRPr lang="en-PH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↓ </a:t>
                      </a:r>
                      <a:r>
                        <a:rPr lang="en-PH" sz="2000" u="none" strike="noStrike" dirty="0">
                          <a:effectLst/>
                        </a:rPr>
                        <a:t>Decreases</a:t>
                      </a:r>
                      <a:endParaRPr lang="en-P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2000" dirty="0"/>
                        <a:t>Many meteoroids burn up here.</a:t>
                      </a:r>
                      <a:endParaRPr lang="en-PH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2640320612"/>
                  </a:ext>
                </a:extLst>
              </a:tr>
              <a:tr h="6138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000" b="1" u="none" strike="noStrike">
                          <a:effectLst/>
                        </a:rPr>
                        <a:t>Thermosphere</a:t>
                      </a:r>
                      <a:endParaRPr lang="en-PH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2000" u="none" strike="noStrike" dirty="0">
                          <a:effectLst/>
                        </a:rPr>
                        <a:t>↑ Increases</a:t>
                      </a:r>
                      <a:endParaRPr lang="en-P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2000" dirty="0"/>
                        <a:t>Very high temperatures; auroras occur here</a:t>
                      </a:r>
                      <a:endParaRPr lang="en-PH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358590081"/>
                  </a:ext>
                </a:extLst>
              </a:tr>
              <a:tr h="77674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000" b="1" u="none" strike="noStrike" dirty="0">
                          <a:effectLst/>
                        </a:rPr>
                        <a:t>Exosphere</a:t>
                      </a:r>
                      <a:endParaRPr lang="en-PH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2000" u="none" strike="noStrike" dirty="0">
                          <a:effectLst/>
                        </a:rPr>
                        <a:t>Gradually transitions</a:t>
                      </a:r>
                      <a:endParaRPr lang="en-P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2000" dirty="0"/>
                        <a:t>Outermost layer; gradually transitions into space</a:t>
                      </a:r>
                      <a:endParaRPr lang="en-PH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2431366608"/>
                  </a:ext>
                </a:extLst>
              </a:tr>
            </a:tbl>
          </a:graphicData>
        </a:graphic>
      </p:graphicFrame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22CAB99-B407-1D32-CEEB-EE1DD13D87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FE21D4C7-8630-4B98-978C-30388BBD4EE8}" type="datetime1">
              <a:rPr lang="en-US" smtClean="0"/>
              <a:t>9/10/2026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048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nswered: 110 110 100 100 Thermosphere 90 90… | bartleby">
            <a:extLst>
              <a:ext uri="{FF2B5EF4-FFF2-40B4-BE49-F238E27FC236}">
                <a16:creationId xmlns:a16="http://schemas.microsoft.com/office/drawing/2014/main" id="{7712A2BB-2E03-6894-882E-69D11B8C4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7585" y="0"/>
            <a:ext cx="7508030" cy="67214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5D1C8676-8CC9-C56F-FAA5-B719E71E8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FE21D4C7-8630-4B98-978C-30388BBD4EE8}" type="datetime1">
              <a:rPr lang="en-US" smtClean="0"/>
              <a:pPr>
                <a:spcAft>
                  <a:spcPts val="600"/>
                </a:spcAft>
              </a:pPr>
              <a:t>9/10/2026</a:t>
            </a:fld>
            <a:endParaRPr lang="en-US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C701FE60-30B5-2035-40A9-074855D35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10" name="Picture 9" descr="APOD: 2018 May 1 - The Aurora and the Sunrise">
            <a:extLst>
              <a:ext uri="{FF2B5EF4-FFF2-40B4-BE49-F238E27FC236}">
                <a16:creationId xmlns:a16="http://schemas.microsoft.com/office/drawing/2014/main" id="{BB440328-E7A4-9C12-E2C7-11BA32F66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72" y="53204"/>
            <a:ext cx="4158342" cy="6445430"/>
          </a:xfrm>
          <a:prstGeom prst="rect">
            <a:avLst/>
          </a:prstGeom>
          <a:ln w="5715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3093796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D6E30A4-0D2A-A6DD-88A8-3E14D7DF3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743" y="329450"/>
            <a:ext cx="9287041" cy="6199100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26DD9-2FC0-2DFE-C464-03E4DC3268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21D4C7-8630-4B98-978C-30388BBD4EE8}" type="datetime1">
              <a:rPr lang="en-US" smtClean="0"/>
              <a:pPr>
                <a:spcAft>
                  <a:spcPts val="600"/>
                </a:spcAft>
              </a:pPr>
              <a:t>9/10/2026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4EF2E55-F669-C948-C233-5860690AA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F876A-5621-4C1E-220F-98AC6A347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87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D91B2-6589-4231-87C8-BB81699A8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PH" b="1" dirty="0"/>
            </a:br>
            <a:br>
              <a:rPr lang="en-PH" b="1" dirty="0"/>
            </a:br>
            <a:r>
              <a:rPr lang="en-PH" b="1" dirty="0"/>
              <a:t>1. Troposphere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F88D4-9332-ED54-72FB-4BDA99E32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056" y="1384847"/>
            <a:ext cx="10609147" cy="4905116"/>
          </a:xfrm>
        </p:spPr>
        <p:txBody>
          <a:bodyPr>
            <a:normAutofit fontScale="92500"/>
          </a:bodyPr>
          <a:lstStyle/>
          <a:p>
            <a:r>
              <a:rPr lang="en-PH" sz="2800" dirty="0"/>
              <a:t>The </a:t>
            </a:r>
            <a:r>
              <a:rPr lang="en-PH" sz="2800" b="1" dirty="0"/>
              <a:t>troposphere</a:t>
            </a:r>
            <a:r>
              <a:rPr lang="en-PH" sz="2800" dirty="0"/>
              <a:t> is the lowest atmospheric layer and the layer in which people live.</a:t>
            </a:r>
          </a:p>
          <a:p>
            <a:r>
              <a:rPr lang="en-PH" sz="2800" dirty="0"/>
              <a:t>It contains most of the atmosphere's water vapor and is where:</a:t>
            </a:r>
          </a:p>
          <a:p>
            <a:pPr lvl="1"/>
            <a:r>
              <a:rPr lang="en-PH" sz="2400" dirty="0"/>
              <a:t>clouds form </a:t>
            </a:r>
          </a:p>
          <a:p>
            <a:pPr lvl="1"/>
            <a:r>
              <a:rPr lang="en-PH" sz="2400" dirty="0"/>
              <a:t>rain occurs </a:t>
            </a:r>
          </a:p>
          <a:p>
            <a:pPr lvl="1"/>
            <a:r>
              <a:rPr lang="en-PH" sz="2400" dirty="0"/>
              <a:t>winds develop and </a:t>
            </a:r>
          </a:p>
          <a:p>
            <a:pPr lvl="1"/>
            <a:r>
              <a:rPr lang="en-PH" sz="2400" dirty="0"/>
              <a:t>most weather takes place. </a:t>
            </a:r>
          </a:p>
          <a:p>
            <a:r>
              <a:rPr lang="en-PH" sz="2800" b="1" dirty="0"/>
              <a:t>Air pollution that directly affects human health is primarily concentrated in the troposphere.</a:t>
            </a:r>
            <a:endParaRPr lang="en-PH" sz="2800" dirty="0"/>
          </a:p>
          <a:p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58C1C-1EAD-896D-AEC4-7835BDEE9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19EE8-375D-1775-3B66-594E0D30F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49B99-97DE-F2D6-B998-232F92A1F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297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FFD7D-030D-5FDE-889A-0430E52CF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cap="none" dirty="0"/>
              <a:t>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7958C-2FF2-B98F-D377-DDF550A25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439" y="1384847"/>
            <a:ext cx="6950704" cy="4905116"/>
          </a:xfrm>
        </p:spPr>
        <p:txBody>
          <a:bodyPr>
            <a:normAutofit lnSpcReduction="10000"/>
          </a:bodyPr>
          <a:lstStyle/>
          <a:p>
            <a:r>
              <a:rPr lang="en-PH" sz="2800" dirty="0"/>
              <a:t>As </a:t>
            </a:r>
            <a:r>
              <a:rPr lang="en-PH" sz="2800" b="1" dirty="0"/>
              <a:t>altitude increases</a:t>
            </a:r>
            <a:r>
              <a:rPr lang="en-PH" sz="2800" dirty="0"/>
              <a:t>, </a:t>
            </a:r>
            <a:r>
              <a:rPr lang="en-PH" sz="2800" b="1" dirty="0"/>
              <a:t>temperature </a:t>
            </a:r>
            <a:r>
              <a:rPr lang="en-PH" sz="2800" dirty="0"/>
              <a:t>generally </a:t>
            </a:r>
            <a:r>
              <a:rPr lang="en-PH" sz="2800" b="1" dirty="0"/>
              <a:t>decreases.</a:t>
            </a:r>
          </a:p>
          <a:p>
            <a:r>
              <a:rPr lang="en-PH" sz="2800" dirty="0"/>
              <a:t>This happens because the Earth's surface is the main source of heat for the lower atmosphere. Air farther from the surface receives less heat.</a:t>
            </a:r>
          </a:p>
          <a:p>
            <a:r>
              <a:rPr lang="en-PH" sz="2800" b="1" dirty="0"/>
              <a:t>Example:</a:t>
            </a:r>
            <a:r>
              <a:rPr lang="en-PH" sz="2800" dirty="0"/>
              <a:t> </a:t>
            </a:r>
            <a:r>
              <a:rPr lang="en-PH" sz="2800" b="1" dirty="0"/>
              <a:t>Mountain areas </a:t>
            </a:r>
            <a:r>
              <a:rPr lang="en-PH" sz="2800" dirty="0"/>
              <a:t>are </a:t>
            </a:r>
            <a:r>
              <a:rPr lang="en-PH" sz="2800" b="1" dirty="0"/>
              <a:t>generally cooler </a:t>
            </a:r>
            <a:r>
              <a:rPr lang="en-PH" sz="2800" dirty="0"/>
              <a:t>than </a:t>
            </a:r>
            <a:r>
              <a:rPr lang="en-PH" sz="2800" b="1" dirty="0"/>
              <a:t>areas near sea level.</a:t>
            </a:r>
          </a:p>
          <a:p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0F901-5AED-D8BE-AD2F-7830BFAF3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FBC8-540D-CD5C-A570-17A4619F0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1E67E-71DF-6A44-3DBA-50AADD460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10</a:t>
            </a:fld>
            <a:endParaRPr lang="en-US" dirty="0"/>
          </a:p>
        </p:txBody>
      </p:sp>
      <p:pic>
        <p:nvPicPr>
          <p:cNvPr id="7" name="Picture 6" descr="Temperature belts of World UPSC: Geography UPSC - UPSC Notes ...">
            <a:extLst>
              <a:ext uri="{FF2B5EF4-FFF2-40B4-BE49-F238E27FC236}">
                <a16:creationId xmlns:a16="http://schemas.microsoft.com/office/drawing/2014/main" id="{A2462303-779C-D250-B2A8-061F49D43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8704" y="4403006"/>
            <a:ext cx="2857500" cy="2019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1CA4CE-0375-3F5A-246C-39733B224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6634" y="158426"/>
            <a:ext cx="2463927" cy="385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221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6EA3E-32E2-7309-C251-0F9667B34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PH" b="1" dirty="0"/>
            </a:br>
            <a:br>
              <a:rPr lang="en-PH" b="1" dirty="0"/>
            </a:br>
            <a:r>
              <a:rPr lang="en-PH" b="1" dirty="0"/>
              <a:t>2. Stratosphere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73BD7-946B-7F00-8C93-BBE6F579A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314" y="1384847"/>
            <a:ext cx="7104250" cy="4905116"/>
          </a:xfrm>
        </p:spPr>
        <p:txBody>
          <a:bodyPr>
            <a:normAutofit fontScale="85000" lnSpcReduction="10000"/>
          </a:bodyPr>
          <a:lstStyle/>
          <a:p>
            <a:r>
              <a:rPr lang="en-PH" sz="2800" dirty="0"/>
              <a:t>The </a:t>
            </a:r>
            <a:r>
              <a:rPr lang="en-PH" sz="2800" b="1" dirty="0"/>
              <a:t>stratosphere</a:t>
            </a:r>
            <a:r>
              <a:rPr lang="en-PH" sz="2800" dirty="0"/>
              <a:t> lies above the troposphere. It contains the </a:t>
            </a:r>
            <a:r>
              <a:rPr lang="en-PH" sz="2800" b="1" dirty="0"/>
              <a:t>ozone layer</a:t>
            </a:r>
            <a:r>
              <a:rPr lang="en-PH" sz="2800" dirty="0"/>
              <a:t>, which </a:t>
            </a:r>
            <a:r>
              <a:rPr lang="en-PH" sz="2800" b="1" dirty="0"/>
              <a:t>absorbs </a:t>
            </a:r>
            <a:r>
              <a:rPr lang="en-PH" sz="2800" dirty="0"/>
              <a:t>much of the Sun's harmful ultraviolet </a:t>
            </a:r>
            <a:r>
              <a:rPr lang="en-PH" sz="2800" b="1" dirty="0"/>
              <a:t>(UV) radiation.</a:t>
            </a:r>
          </a:p>
          <a:p>
            <a:r>
              <a:rPr lang="en-PH" sz="2800" dirty="0"/>
              <a:t>Temperature </a:t>
            </a:r>
            <a:r>
              <a:rPr lang="en-PH" sz="2800" b="1" dirty="0"/>
              <a:t>increases as altitude increases</a:t>
            </a:r>
            <a:r>
              <a:rPr lang="en-PH" sz="2800" dirty="0"/>
              <a:t>.</a:t>
            </a:r>
          </a:p>
          <a:p>
            <a:r>
              <a:rPr lang="en-PH" sz="2800" dirty="0"/>
              <a:t>The major reason is the presence of </a:t>
            </a:r>
            <a:r>
              <a:rPr lang="en-PH" sz="2800" b="1" dirty="0"/>
              <a:t>ozone (O₃)</a:t>
            </a:r>
            <a:r>
              <a:rPr lang="en-PH" sz="2800" dirty="0"/>
              <a:t>, which absorbs ultraviolet (UV) radiation from the Sun and converts some of that energy into heat.</a:t>
            </a:r>
          </a:p>
          <a:p>
            <a:r>
              <a:rPr lang="en-PH" sz="2800" b="1" dirty="0"/>
              <a:t>UV radiation → absorbed by ozone → heat → temperature increase</a:t>
            </a:r>
            <a:endParaRPr lang="en-PH" sz="2800" dirty="0"/>
          </a:p>
          <a:p>
            <a:endParaRPr lang="en-PH" dirty="0"/>
          </a:p>
          <a:p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6CDB6-A424-985F-44A1-E74BFB93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545BA-B007-7143-4222-190310D7D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11</a:t>
            </a:fld>
            <a:endParaRPr lang="en-US" dirty="0"/>
          </a:p>
        </p:txBody>
      </p:sp>
      <p:pic>
        <p:nvPicPr>
          <p:cNvPr id="7" name="Picture 6" descr="Ultraviolet Rays - Tank007">
            <a:extLst>
              <a:ext uri="{FF2B5EF4-FFF2-40B4-BE49-F238E27FC236}">
                <a16:creationId xmlns:a16="http://schemas.microsoft.com/office/drawing/2014/main" id="{F8E7921B-0482-FA04-68B9-8D9734A62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2827" y="293302"/>
            <a:ext cx="3318001" cy="3318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9A469A-F019-07AB-2BCB-FE58FB5C5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9340" y="3837405"/>
            <a:ext cx="1880652" cy="294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006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74A34-28C8-CC1A-ACCC-33208F862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PH" b="1" dirty="0"/>
            </a:br>
            <a:r>
              <a:rPr lang="en-PH" b="1" dirty="0"/>
              <a:t>3. Mesosphere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66932-FE32-1E8D-8919-94B76B1A3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7352114" cy="4905116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PH" sz="2800" dirty="0"/>
              <a:t>The </a:t>
            </a:r>
            <a:r>
              <a:rPr lang="en-PH" sz="2800" b="1" dirty="0"/>
              <a:t>mesosphere</a:t>
            </a:r>
            <a:r>
              <a:rPr lang="en-PH" sz="2800" dirty="0"/>
              <a:t> is the layer where many </a:t>
            </a:r>
            <a:r>
              <a:rPr lang="en-PH" sz="2800" b="1" dirty="0"/>
              <a:t>meteoroids</a:t>
            </a:r>
            <a:r>
              <a:rPr lang="en-PH" sz="2800" dirty="0"/>
              <a:t> entering Earth's atmosphere </a:t>
            </a:r>
            <a:r>
              <a:rPr lang="en-PH" sz="2800" b="1" dirty="0"/>
              <a:t>burn (</a:t>
            </a:r>
            <a:r>
              <a:rPr lang="en-PH" sz="2800" dirty="0"/>
              <a:t>producing what we commonly call </a:t>
            </a:r>
            <a:r>
              <a:rPr lang="en-PH" sz="2800" b="1" dirty="0"/>
              <a:t>shooting stars</a:t>
            </a:r>
            <a:r>
              <a:rPr lang="en-PH" sz="2800" dirty="0"/>
              <a:t>)</a:t>
            </a:r>
            <a:r>
              <a:rPr lang="en-PH" sz="2800" b="1" dirty="0"/>
              <a:t> </a:t>
            </a:r>
            <a:r>
              <a:rPr lang="en-PH" sz="2800" dirty="0"/>
              <a:t>because of friction with atmospheric gases.</a:t>
            </a:r>
          </a:p>
          <a:p>
            <a:pPr algn="just"/>
            <a:r>
              <a:rPr lang="en-PH" sz="2800" dirty="0"/>
              <a:t>Temperature </a:t>
            </a:r>
            <a:r>
              <a:rPr lang="en-PH" sz="2800" b="1" dirty="0"/>
              <a:t>decreases as altitude increases</a:t>
            </a:r>
            <a:r>
              <a:rPr lang="en-PH" sz="2800" dirty="0"/>
              <a:t>. The mesosphere is one of the coldest regions of Earth's atmosphere.</a:t>
            </a:r>
          </a:p>
          <a:p>
            <a:pPr algn="just"/>
            <a:r>
              <a:rPr lang="en-PH" sz="2800" b="1" dirty="0"/>
              <a:t>Mesosphere = little ozone → less absorption → cools upward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626B6-28AD-C528-61AC-BD7CC31F6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A4BC9-26E2-7972-58BA-F7A110FC5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61453-E70A-5779-89BB-F3702F74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12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A17181-236E-0A07-3CC8-4AB22E711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5143" y="3014567"/>
            <a:ext cx="2153727" cy="3369361"/>
          </a:xfrm>
          <a:prstGeom prst="rect">
            <a:avLst/>
          </a:prstGeom>
        </p:spPr>
      </p:pic>
      <p:pic>
        <p:nvPicPr>
          <p:cNvPr id="9" name="Picture 8" descr="Mesosphere Meteors">
            <a:extLst>
              <a:ext uri="{FF2B5EF4-FFF2-40B4-BE49-F238E27FC236}">
                <a16:creationId xmlns:a16="http://schemas.microsoft.com/office/drawing/2014/main" id="{435C4B44-281C-58D1-0EBF-855A89427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9567" y="0"/>
            <a:ext cx="3011261" cy="2907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690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15851-56CD-B803-E008-A8CAB61D2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b="1" dirty="0"/>
              <a:t>Why is the mesosphere cold even though it is closer to the Sun?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C3707-678D-6810-3E88-FD034472F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0342" y="1600199"/>
            <a:ext cx="10445861" cy="4689763"/>
          </a:xfrm>
        </p:spPr>
        <p:txBody>
          <a:bodyPr>
            <a:normAutofit fontScale="92500" lnSpcReduction="20000"/>
          </a:bodyPr>
          <a:lstStyle/>
          <a:p>
            <a:r>
              <a:rPr lang="en-PH" sz="2800" dirty="0"/>
              <a:t>Atmospheric temperature depends more on </a:t>
            </a:r>
            <a:r>
              <a:rPr lang="en-PH" sz="2800" b="1" dirty="0"/>
              <a:t>how much solar energy is absorbed</a:t>
            </a:r>
            <a:r>
              <a:rPr lang="en-PH" sz="2800" dirty="0"/>
              <a:t> than simply on distance from the Sun.</a:t>
            </a:r>
          </a:p>
          <a:p>
            <a:pPr lvl="1"/>
            <a:r>
              <a:rPr lang="en-PH" sz="2400" dirty="0"/>
              <a:t>The air becomes </a:t>
            </a:r>
            <a:r>
              <a:rPr lang="en-PH" sz="2400" b="1" dirty="0"/>
              <a:t>much thinner</a:t>
            </a:r>
            <a:r>
              <a:rPr lang="en-PH" sz="2400" dirty="0"/>
              <a:t>. </a:t>
            </a:r>
          </a:p>
          <a:p>
            <a:pPr lvl="1"/>
            <a:r>
              <a:rPr lang="en-PH" sz="2400" b="1" dirty="0"/>
              <a:t>There is less ozone available to absorb UV radiation.</a:t>
            </a:r>
            <a:r>
              <a:rPr lang="en-PH" sz="2400" dirty="0"/>
              <a:t> </a:t>
            </a:r>
            <a:r>
              <a:rPr lang="en-PH" sz="2400" b="1" dirty="0"/>
              <a:t>Less solar energy is converted into heat.</a:t>
            </a:r>
            <a:r>
              <a:rPr lang="en-PH" sz="2400" dirty="0"/>
              <a:t> </a:t>
            </a:r>
          </a:p>
          <a:p>
            <a:pPr lvl="0"/>
            <a:endParaRPr lang="en-PH" sz="2800" dirty="0"/>
          </a:p>
          <a:p>
            <a:pPr marL="0" indent="0">
              <a:buNone/>
            </a:pPr>
            <a:r>
              <a:rPr lang="en-PH" sz="2800" b="1" dirty="0"/>
              <a:t>What about meteors?</a:t>
            </a:r>
          </a:p>
          <a:p>
            <a:r>
              <a:rPr lang="en-PH" sz="2800" dirty="0"/>
              <a:t>The fact that meteors burn in the mesosphere does </a:t>
            </a:r>
            <a:r>
              <a:rPr lang="en-PH" sz="2800" b="1" dirty="0"/>
              <a:t>not</a:t>
            </a:r>
            <a:r>
              <a:rPr lang="en-PH" sz="2800" dirty="0"/>
              <a:t> mean the entire mesosphere is hot. The meteor is heated mainly because of its extremely high-speed interaction with atmospheric gases.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74C5D-088C-931F-A060-8F6D7DCE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B9A77-CC39-5455-9D26-C19E98B35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941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5F788-B81D-9E80-0EE7-F184EFC72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790303"/>
          </a:xfrm>
        </p:spPr>
        <p:txBody>
          <a:bodyPr anchor="b">
            <a:normAutofit/>
          </a:bodyPr>
          <a:lstStyle/>
          <a:p>
            <a:r>
              <a:rPr lang="en-PH" b="1" dirty="0"/>
              <a:t>4. Thermosphere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CB367-E675-295B-4CE1-580ABC06171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6804" y="1828800"/>
            <a:ext cx="6135624" cy="4489704"/>
          </a:xfrm>
        </p:spPr>
        <p:txBody>
          <a:bodyPr>
            <a:noAutofit/>
          </a:bodyPr>
          <a:lstStyle/>
          <a:p>
            <a:pPr lvl="0"/>
            <a:r>
              <a:rPr lang="en-PH" sz="3200" b="1" dirty="0"/>
              <a:t>Auroras</a:t>
            </a:r>
            <a:r>
              <a:rPr lang="en-PH" sz="3200" dirty="0"/>
              <a:t> occur in this region. </a:t>
            </a:r>
          </a:p>
          <a:p>
            <a:pPr lvl="2"/>
            <a:r>
              <a:rPr lang="en-PH" sz="2400" dirty="0"/>
              <a:t>Borealis – North</a:t>
            </a:r>
          </a:p>
          <a:p>
            <a:pPr lvl="2"/>
            <a:r>
              <a:rPr lang="en-PH" sz="2400" dirty="0"/>
              <a:t>Australis - South</a:t>
            </a:r>
          </a:p>
          <a:p>
            <a:pPr lvl="1"/>
            <a:r>
              <a:rPr lang="en-PH" sz="2400" dirty="0"/>
              <a:t>Collision with oxygen</a:t>
            </a:r>
          </a:p>
          <a:p>
            <a:pPr lvl="2"/>
            <a:r>
              <a:rPr lang="en-PH" sz="2400" dirty="0"/>
              <a:t>Green and red emission</a:t>
            </a:r>
          </a:p>
          <a:p>
            <a:pPr lvl="1"/>
            <a:r>
              <a:rPr lang="en-PH" sz="2400" dirty="0"/>
              <a:t>Collision with Nitrogen</a:t>
            </a:r>
          </a:p>
          <a:p>
            <a:pPr lvl="2"/>
            <a:r>
              <a:rPr lang="en-PH" sz="2400" dirty="0"/>
              <a:t>Low level red and very high blue/violet</a:t>
            </a:r>
          </a:p>
        </p:txBody>
      </p:sp>
      <p:pic>
        <p:nvPicPr>
          <p:cNvPr id="9" name="Picture 8" descr="3840x2160 Resolution Aurora Borealis Canada 4K Wallpaper - Wallpapers Den">
            <a:extLst>
              <a:ext uri="{FF2B5EF4-FFF2-40B4-BE49-F238E27FC236}">
                <a16:creationId xmlns:a16="http://schemas.microsoft.com/office/drawing/2014/main" id="{4CB7AE4D-A762-66B0-FD55-0B2580A056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928" r="15539" b="1"/>
          <a:stretch>
            <a:fillRect/>
          </a:stretch>
        </p:blipFill>
        <p:spPr>
          <a:xfrm>
            <a:off x="7353304" y="10"/>
            <a:ext cx="4838696" cy="639914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87599-DBCA-B45D-C785-EABF6912EE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21D4C7-8630-4B98-978C-30388BBD4EE8}" type="datetime1">
              <a:rPr lang="en-US" smtClean="0"/>
              <a:pPr>
                <a:spcAft>
                  <a:spcPts val="600"/>
                </a:spcAft>
              </a:pPr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EF2E9-BD39-11DB-4F93-8071171E9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565A4-6A46-E27F-4553-9BA029EF0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125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urora Borealis: What are Northern and Southern lights? Why do they ...">
            <a:extLst>
              <a:ext uri="{FF2B5EF4-FFF2-40B4-BE49-F238E27FC236}">
                <a16:creationId xmlns:a16="http://schemas.microsoft.com/office/drawing/2014/main" id="{CC28DBB3-0B4E-57AE-B141-52C764FE26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38B5F47A-8F58-FD76-B7B3-1D34B57C8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FE21D4C7-8630-4B98-978C-30388BBD4EE8}" type="datetime1">
              <a:rPr lang="en-US" smtClean="0"/>
              <a:pPr>
                <a:spcAft>
                  <a:spcPts val="600"/>
                </a:spcAft>
              </a:pPr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551A8-F4D0-52AA-C14B-13E125FC5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C0B8E698-067A-FAC7-9DD6-974D1EC24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821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43A45-D28E-244C-AE44-9D4E7C40E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740841"/>
          </a:xfrm>
        </p:spPr>
        <p:txBody>
          <a:bodyPr/>
          <a:lstStyle/>
          <a:p>
            <a:r>
              <a:rPr lang="en-PH" cap="none" dirty="0"/>
              <a:t>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77954-9D90-AB3C-EF19-DE74012CB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57" y="1384847"/>
            <a:ext cx="7456714" cy="4905116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PH" sz="2400" dirty="0"/>
              <a:t>The </a:t>
            </a:r>
            <a:r>
              <a:rPr lang="en-PH" sz="2400" b="1" dirty="0"/>
              <a:t>thermosphere</a:t>
            </a:r>
            <a:r>
              <a:rPr lang="en-PH" sz="2400" dirty="0"/>
              <a:t> contains </a:t>
            </a:r>
            <a:r>
              <a:rPr lang="en-PH" sz="2400" b="1" dirty="0"/>
              <a:t>very thin air </a:t>
            </a:r>
            <a:r>
              <a:rPr lang="en-PH" sz="2400" dirty="0"/>
              <a:t>and can </a:t>
            </a:r>
            <a:r>
              <a:rPr lang="en-PH" sz="2400" b="1" dirty="0"/>
              <a:t>reach extremely high temperatures</a:t>
            </a:r>
            <a:r>
              <a:rPr lang="en-PH" sz="2400" dirty="0"/>
              <a:t>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PH" sz="2400" dirty="0"/>
              <a:t>Temperature </a:t>
            </a:r>
            <a:r>
              <a:rPr lang="en-PH" sz="2400" b="1" dirty="0"/>
              <a:t>increases as altitude increases</a:t>
            </a:r>
            <a:r>
              <a:rPr lang="en-PH" sz="2400" dirty="0"/>
              <a:t>.</a:t>
            </a:r>
          </a:p>
          <a:p>
            <a:pPr lvl="1" algn="just"/>
            <a:r>
              <a:rPr lang="en-PH" sz="2200" dirty="0"/>
              <a:t>The temperature of the thermosphere increases with altitude because the gases in this layer absorb high-energy solar radiation, particularly extreme ultraviolet radiation and X-rays. This energy makes the gas particles move very rapidly, resulting in very high temperatures. </a:t>
            </a:r>
          </a:p>
          <a:p>
            <a:pPr lvl="1" algn="just"/>
            <a:r>
              <a:rPr lang="en-PH" sz="2200" dirty="0"/>
              <a:t>However, the thermosphere is extremely thin, so there are very few particles to transfer heat. Therefore, although the measured temperature is very high, the thermosphere would not feel like a very hot atmosphere on Earth.</a:t>
            </a:r>
          </a:p>
          <a:p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9B7B8-0454-1FF3-C3A1-E74D7A5B5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A78AC-F953-EF53-DB81-15B6FD8DE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16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5F6D40-94F9-739F-C706-58F834591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4514" y="1628517"/>
            <a:ext cx="3124917" cy="4888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395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26635-5C07-F7C5-C154-E3197CC26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cap="none" dirty="0"/>
              <a:t>Cont.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FA4BD-A3C5-1798-FC7C-C73309251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429" y="1384847"/>
            <a:ext cx="5932714" cy="4905116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PH" sz="3300" dirty="0"/>
              <a:t>Some </a:t>
            </a:r>
            <a:r>
              <a:rPr lang="en-PH" sz="3300" b="1" dirty="0"/>
              <a:t>spacecraft and satellites </a:t>
            </a:r>
            <a:r>
              <a:rPr lang="en-PH" sz="3300" dirty="0"/>
              <a:t>orbit within or pass through this region.</a:t>
            </a:r>
          </a:p>
          <a:p>
            <a:pPr algn="just"/>
            <a:r>
              <a:rPr lang="en-PH" sz="2900" dirty="0"/>
              <a:t>Many satellites, especially those in Low Earth Orbit, are in the thermosphere or above it. The ISS, for example, orbits within the thermosphere at about 400 km altitude. Higher-orbit satellites are far above the main layers of Earth's atmosphere.</a:t>
            </a:r>
          </a:p>
          <a:p>
            <a:pPr algn="just"/>
            <a:r>
              <a:rPr lang="en-PH" sz="2900" dirty="0"/>
              <a:t>Although the thermosphere can have temperatures of hundreds or thousands of degrees Celsius, the ISS does </a:t>
            </a:r>
            <a:r>
              <a:rPr lang="en-PH" sz="2900" b="1" dirty="0"/>
              <a:t>not</a:t>
            </a:r>
            <a:r>
              <a:rPr lang="en-PH" sz="2900" dirty="0"/>
              <a:t> experience ordinary atmospheric heating like an aircraft flying through dense air because there are extremely few molecules there</a:t>
            </a:r>
            <a:r>
              <a:rPr lang="en-PH" sz="2600" dirty="0"/>
              <a:t>.</a:t>
            </a:r>
          </a:p>
          <a:p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3B5A5-C43D-31BE-DCE0-A9D1636C0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F8A24-1056-E1CD-57A9-558057CF9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2065E-D2D0-0889-31C2-E7649D8D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17</a:t>
            </a:fld>
            <a:endParaRPr lang="en-US" dirty="0"/>
          </a:p>
        </p:txBody>
      </p:sp>
      <p:pic>
        <p:nvPicPr>
          <p:cNvPr id="7" name="Picture 6" descr="Layers Of Earth Atmosphere Poster Stock Vector | Adobe Stock">
            <a:extLst>
              <a:ext uri="{FF2B5EF4-FFF2-40B4-BE49-F238E27FC236}">
                <a16:creationId xmlns:a16="http://schemas.microsoft.com/office/drawing/2014/main" id="{5568F188-7DCF-7909-C18F-C1E91E29B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685" y="857250"/>
            <a:ext cx="39714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035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90F47-8872-1E2B-8ACD-B7AC7E9EF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PH" b="1" dirty="0"/>
            </a:br>
            <a:r>
              <a:rPr lang="en-PH" b="1" dirty="0"/>
              <a:t>5. Exosphere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3C7E6-7D20-C5C3-A989-0470F9198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829" y="1384847"/>
            <a:ext cx="6248400" cy="4754695"/>
          </a:xfrm>
        </p:spPr>
        <p:txBody>
          <a:bodyPr>
            <a:normAutofit/>
          </a:bodyPr>
          <a:lstStyle/>
          <a:p>
            <a:r>
              <a:rPr lang="en-PH" sz="2400" dirty="0"/>
              <a:t>The </a:t>
            </a:r>
            <a:r>
              <a:rPr lang="en-PH" sz="2400" b="1" dirty="0"/>
              <a:t>exosphere</a:t>
            </a:r>
            <a:r>
              <a:rPr lang="en-PH" sz="2400" dirty="0"/>
              <a:t> is the outermost region of Earth's atmosphere.</a:t>
            </a:r>
          </a:p>
          <a:p>
            <a:r>
              <a:rPr lang="en-PH" sz="2400" dirty="0"/>
              <a:t>The gases are extremely sparse, and there is no sharp boundary where the atmosphere suddenly ends. Instead, the exosphere </a:t>
            </a:r>
            <a:r>
              <a:rPr lang="en-PH" sz="2400" b="1" dirty="0"/>
              <a:t>gradually becomes outer space</a:t>
            </a:r>
            <a:r>
              <a:rPr lang="en-PH" sz="2400" dirty="0"/>
              <a:t>.</a:t>
            </a:r>
          </a:p>
          <a:p>
            <a:r>
              <a:rPr lang="en-PH" sz="2400" dirty="0"/>
              <a:t>Some satellites in </a:t>
            </a:r>
            <a:r>
              <a:rPr lang="en-PH" sz="2400" b="1" dirty="0"/>
              <a:t>higher orbits </a:t>
            </a:r>
            <a:r>
              <a:rPr lang="en-PH" sz="2400" dirty="0"/>
              <a:t>are located </a:t>
            </a:r>
            <a:r>
              <a:rPr lang="en-PH" sz="2400" b="1" dirty="0"/>
              <a:t>well above the exosphere</a:t>
            </a:r>
            <a:endParaRPr lang="en-PH" sz="2400" dirty="0"/>
          </a:p>
          <a:p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6891C-C2E0-614E-7810-A8F5B3CB9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47B0A-0869-A548-6E02-7349C88EF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18</a:t>
            </a:fld>
            <a:endParaRPr lang="en-US" dirty="0"/>
          </a:p>
        </p:txBody>
      </p:sp>
      <p:pic>
        <p:nvPicPr>
          <p:cNvPr id="8" name="Picture 7" descr="Layers Of Earth Atmosphere Poster Stock Vector | Adobe Stock">
            <a:extLst>
              <a:ext uri="{FF2B5EF4-FFF2-40B4-BE49-F238E27FC236}">
                <a16:creationId xmlns:a16="http://schemas.microsoft.com/office/drawing/2014/main" id="{79768A3D-BB11-892E-3E0B-4D0C825A9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685" y="857250"/>
            <a:ext cx="39714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6533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D8030-499D-69ED-08BE-DBD93D4DD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Atmosphere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39797-E9C9-6EB1-154A-E627B9029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421905"/>
            <a:ext cx="10962631" cy="49051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PH" sz="3200" dirty="0"/>
              <a:t>The atmosphere:</a:t>
            </a:r>
          </a:p>
          <a:p>
            <a:pPr lvl="1"/>
            <a:r>
              <a:rPr lang="en-PH" sz="2600" b="1" dirty="0"/>
              <a:t>provides oxygen for respiration. </a:t>
            </a:r>
          </a:p>
          <a:p>
            <a:pPr lvl="1"/>
            <a:r>
              <a:rPr lang="en-PH" sz="2600" b="1" dirty="0"/>
              <a:t>provides carbon dioxide needed by plants for photosynthesis. </a:t>
            </a:r>
          </a:p>
          <a:p>
            <a:pPr lvl="1"/>
            <a:r>
              <a:rPr lang="en-PH" sz="2600" b="1" dirty="0"/>
              <a:t>protects Earth from harmful solar radiation. </a:t>
            </a:r>
          </a:p>
          <a:p>
            <a:pPr lvl="1"/>
            <a:r>
              <a:rPr lang="en-PH" sz="2600" b="1" dirty="0"/>
              <a:t>regulates Earth's temperature. </a:t>
            </a:r>
          </a:p>
          <a:p>
            <a:pPr lvl="1"/>
            <a:r>
              <a:rPr lang="en-PH" sz="2600" b="1" dirty="0"/>
              <a:t>supports the water cycle. </a:t>
            </a:r>
          </a:p>
          <a:p>
            <a:pPr lvl="1"/>
            <a:r>
              <a:rPr lang="en-PH" sz="2600" b="1" dirty="0"/>
              <a:t>allows weather and climate processes to occur and </a:t>
            </a:r>
          </a:p>
          <a:p>
            <a:pPr lvl="1"/>
            <a:r>
              <a:rPr lang="en-PH" sz="2600" b="1" dirty="0"/>
              <a:t>burns up many small meteoroids before they reach Earth's surface.</a:t>
            </a:r>
          </a:p>
          <a:p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EE712-895C-FF30-2F52-0CDF0A2AC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A5E7F-B268-9449-E334-33AB29C19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6663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A5A94-9C7C-F8C4-DD1C-309238A100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/>
          <a:p>
            <a:r>
              <a:rPr lang="en-PH" dirty="0"/>
              <a:t>Air Pollution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12BE4-0980-6CB4-06AD-14403AC6B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7" y="3679371"/>
            <a:ext cx="5244985" cy="2575125"/>
          </a:xfrm>
        </p:spPr>
        <p:txBody>
          <a:bodyPr anchor="b">
            <a:noAutofit/>
          </a:bodyPr>
          <a:lstStyle/>
          <a:p>
            <a:r>
              <a:rPr lang="en-PH" sz="2400" dirty="0"/>
              <a:t>Air pollution can come from </a:t>
            </a:r>
            <a:r>
              <a:rPr lang="en-PH" sz="2400" b="1" dirty="0"/>
              <a:t>natural</a:t>
            </a:r>
            <a:r>
              <a:rPr lang="en-PH" sz="2400" dirty="0"/>
              <a:t> and </a:t>
            </a:r>
            <a:r>
              <a:rPr lang="en-PH" sz="2400" b="1" dirty="0"/>
              <a:t>human-made (anthropogenic)</a:t>
            </a:r>
            <a:r>
              <a:rPr lang="en-PH" sz="2400" dirty="0"/>
              <a:t> sources.</a:t>
            </a:r>
          </a:p>
          <a:p>
            <a:endParaRPr lang="en-PH" sz="2400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0879783-D5EE-E431-7A91-A87E8076BCC4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</p:spPr>
        <p:txBody>
          <a:bodyPr/>
          <a:lstStyle/>
          <a:p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B40D6-58C7-7A6D-B7C5-3ED7FE9D99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1AF1D09-6B76-4716-AD3D-9F53166D3BF5}" type="datetime1">
              <a:rPr lang="en-US" smtClean="0"/>
              <a:pPr>
                <a:spcAft>
                  <a:spcPts val="600"/>
                </a:spcAft>
              </a:pPr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7D41C-3F2E-A27A-A898-0941D32A2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0DE61-9189-1BC1-DCEF-C2DC56EC0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3201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46C58-E520-632E-CDAC-C122DE215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PH" b="1" dirty="0"/>
            </a:br>
            <a:r>
              <a:rPr lang="en-PH" b="1" dirty="0"/>
              <a:t>A. Natural Sources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DB3FB-34C9-C7C8-573D-BE5E9F38D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384847"/>
            <a:ext cx="10565604" cy="4905116"/>
          </a:xfrm>
        </p:spPr>
        <p:txBody>
          <a:bodyPr/>
          <a:lstStyle/>
          <a:p>
            <a:pPr lvl="0"/>
            <a:r>
              <a:rPr lang="en-PH" sz="2800" dirty="0"/>
              <a:t>Volcanic eruptions </a:t>
            </a:r>
          </a:p>
          <a:p>
            <a:pPr lvl="0"/>
            <a:r>
              <a:rPr lang="en-PH" sz="2800" dirty="0"/>
              <a:t>Forest fires caused by natural events </a:t>
            </a:r>
          </a:p>
          <a:p>
            <a:pPr lvl="0"/>
            <a:r>
              <a:rPr lang="en-PH" sz="2800" dirty="0"/>
              <a:t>Dust storms </a:t>
            </a:r>
          </a:p>
          <a:p>
            <a:pPr lvl="0"/>
            <a:r>
              <a:rPr lang="en-PH" sz="2800" dirty="0"/>
              <a:t>Pollen and plant materials </a:t>
            </a:r>
          </a:p>
          <a:p>
            <a:pPr lvl="0"/>
            <a:r>
              <a:rPr lang="en-PH" sz="2800" dirty="0"/>
              <a:t>Decomposition of organic matter </a:t>
            </a:r>
          </a:p>
          <a:p>
            <a:pPr lvl="0"/>
            <a:r>
              <a:rPr lang="en-PH" sz="2800" dirty="0"/>
              <a:t>Sea spray</a:t>
            </a:r>
          </a:p>
          <a:p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9B7F5-C8EF-7C53-8074-4DCF814E9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196F8-A99C-3F96-9494-9A1630AFC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5C8BB-0D68-A2BF-3B15-22AB7CE32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3997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E7670-6111-9F20-D504-87C0343F8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PH" b="1" dirty="0"/>
            </a:br>
            <a:r>
              <a:rPr lang="en-PH" b="1" dirty="0"/>
              <a:t>B. Human-Made Sources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00F64-953F-4FF7-18D1-39A587E9D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0" y="1384847"/>
            <a:ext cx="10772433" cy="4905116"/>
          </a:xfrm>
        </p:spPr>
        <p:txBody>
          <a:bodyPr>
            <a:normAutofit lnSpcReduction="10000"/>
          </a:bodyPr>
          <a:lstStyle/>
          <a:p>
            <a:pPr lvl="0"/>
            <a:r>
              <a:rPr lang="en-PH" sz="3200" dirty="0"/>
              <a:t>Motor vehicles </a:t>
            </a:r>
          </a:p>
          <a:p>
            <a:pPr lvl="0"/>
            <a:r>
              <a:rPr lang="en-PH" sz="3200" dirty="0"/>
              <a:t>Factories and power plants </a:t>
            </a:r>
          </a:p>
          <a:p>
            <a:pPr lvl="0"/>
            <a:r>
              <a:rPr lang="en-PH" sz="3200" dirty="0"/>
              <a:t>Burning of coal, oil, and other fuels </a:t>
            </a:r>
          </a:p>
          <a:p>
            <a:pPr lvl="0"/>
            <a:r>
              <a:rPr lang="en-PH" sz="3200" dirty="0"/>
              <a:t>Open burning of waste </a:t>
            </a:r>
          </a:p>
          <a:p>
            <a:pPr lvl="0"/>
            <a:r>
              <a:rPr lang="en-PH" sz="3200" dirty="0"/>
              <a:t>Construction activities </a:t>
            </a:r>
          </a:p>
          <a:p>
            <a:pPr lvl="0"/>
            <a:r>
              <a:rPr lang="en-PH" sz="3200" dirty="0"/>
              <a:t>Agricultural activities </a:t>
            </a:r>
          </a:p>
          <a:p>
            <a:pPr lvl="0"/>
            <a:r>
              <a:rPr lang="en-PH" sz="3200" dirty="0"/>
              <a:t>Household fuel combustion.</a:t>
            </a:r>
          </a:p>
          <a:p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42622-44A8-D17F-60BB-895FF6E25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4D0F1-5078-49BA-DCDF-D1160140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C6CB6-B937-C351-418D-9F96B4B4E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4332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4DE9-54CB-7701-42B5-E81240F68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/>
          <a:p>
            <a:r>
              <a:rPr lang="en-PH" b="1" dirty="0"/>
              <a:t>Pollutants</a:t>
            </a:r>
            <a:br>
              <a:rPr lang="en-PH" b="1" dirty="0"/>
            </a:b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FF8C0-94E2-E142-16EB-F97438297B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21D4C7-8630-4B98-978C-30388BBD4EE8}" type="datetime1">
              <a:rPr lang="en-US" smtClean="0"/>
              <a:pPr>
                <a:spcAft>
                  <a:spcPts val="600"/>
                </a:spcAft>
              </a:pPr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E4192-14B9-55C1-E89E-F2C305972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23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EFDCC18-4983-8C9D-8AA8-56E1EE8C4E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523903"/>
              </p:ext>
            </p:extLst>
          </p:nvPr>
        </p:nvGraphicFramePr>
        <p:xfrm>
          <a:off x="5410200" y="1486045"/>
          <a:ext cx="6574971" cy="4616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7156">
                  <a:extLst>
                    <a:ext uri="{9D8B030D-6E8A-4147-A177-3AD203B41FA5}">
                      <a16:colId xmlns:a16="http://schemas.microsoft.com/office/drawing/2014/main" val="4241252234"/>
                    </a:ext>
                  </a:extLst>
                </a:gridCol>
                <a:gridCol w="3427815">
                  <a:extLst>
                    <a:ext uri="{9D8B030D-6E8A-4147-A177-3AD203B41FA5}">
                      <a16:colId xmlns:a16="http://schemas.microsoft.com/office/drawing/2014/main" val="1875133523"/>
                    </a:ext>
                  </a:extLst>
                </a:gridCol>
              </a:tblGrid>
              <a:tr h="4625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2200" u="none" strike="noStrike" dirty="0">
                          <a:effectLst/>
                        </a:rPr>
                        <a:t>Pollutant</a:t>
                      </a:r>
                      <a:endParaRPr lang="en-PH" sz="2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950" marR="13950" marT="139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2200" u="none" strike="noStrike">
                          <a:effectLst/>
                        </a:rPr>
                        <a:t>Common Source</a:t>
                      </a:r>
                      <a:endParaRPr lang="en-PH" sz="2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950" marR="13950" marT="13950" marB="0" anchor="ctr"/>
                </a:tc>
                <a:extLst>
                  <a:ext uri="{0D108BD9-81ED-4DB2-BD59-A6C34878D82A}">
                    <a16:rowId xmlns:a16="http://schemas.microsoft.com/office/drawing/2014/main" val="443622374"/>
                  </a:ext>
                </a:extLst>
              </a:tr>
              <a:tr h="8308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200" u="none" strike="noStrike" dirty="0">
                          <a:effectLst/>
                        </a:rPr>
                        <a:t>Carbon monoxide (</a:t>
                      </a:r>
                      <a:r>
                        <a:rPr lang="en-PH" sz="2200" b="1" u="none" strike="noStrike" dirty="0">
                          <a:effectLst/>
                        </a:rPr>
                        <a:t>CO</a:t>
                      </a:r>
                      <a:r>
                        <a:rPr lang="en-PH" sz="2200" u="none" strike="noStrike" dirty="0">
                          <a:effectLst/>
                        </a:rPr>
                        <a:t>)</a:t>
                      </a:r>
                      <a:endParaRPr lang="en-PH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950" marR="13950" marT="139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200" u="none" strike="noStrike" dirty="0">
                          <a:effectLst/>
                        </a:rPr>
                        <a:t>Incomplete combustion of fuels.</a:t>
                      </a:r>
                      <a:endParaRPr lang="en-PH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950" marR="13950" marT="13950" marB="0" anchor="ctr"/>
                </a:tc>
                <a:extLst>
                  <a:ext uri="{0D108BD9-81ED-4DB2-BD59-A6C34878D82A}">
                    <a16:rowId xmlns:a16="http://schemas.microsoft.com/office/drawing/2014/main" val="9992449"/>
                  </a:ext>
                </a:extLst>
              </a:tr>
              <a:tr h="8308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200" u="none" strike="noStrike" dirty="0">
                          <a:effectLst/>
                        </a:rPr>
                        <a:t>Sulfur dioxide (</a:t>
                      </a:r>
                      <a:r>
                        <a:rPr lang="en-PH" sz="2200" b="1" u="none" strike="noStrike" dirty="0">
                          <a:effectLst/>
                        </a:rPr>
                        <a:t>SO₂</a:t>
                      </a:r>
                      <a:r>
                        <a:rPr lang="en-PH" sz="2200" u="none" strike="noStrike" dirty="0">
                          <a:effectLst/>
                        </a:rPr>
                        <a:t>)</a:t>
                      </a:r>
                      <a:endParaRPr lang="en-PH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950" marR="13950" marT="139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200" u="none" strike="noStrike" dirty="0">
                          <a:effectLst/>
                        </a:rPr>
                        <a:t>Burning sulfur-containing fuels.</a:t>
                      </a:r>
                      <a:endParaRPr lang="en-PH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950" marR="13950" marT="13950" marB="0" anchor="ctr"/>
                </a:tc>
                <a:extLst>
                  <a:ext uri="{0D108BD9-81ED-4DB2-BD59-A6C34878D82A}">
                    <a16:rowId xmlns:a16="http://schemas.microsoft.com/office/drawing/2014/main" val="3736464043"/>
                  </a:ext>
                </a:extLst>
              </a:tr>
              <a:tr h="8308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200" u="none" strike="noStrike" dirty="0">
                          <a:effectLst/>
                        </a:rPr>
                        <a:t>Nitrogen oxides (</a:t>
                      </a:r>
                      <a:r>
                        <a:rPr lang="en-PH" sz="2200" b="1" u="none" strike="noStrike" dirty="0">
                          <a:effectLst/>
                        </a:rPr>
                        <a:t>NOₓ</a:t>
                      </a:r>
                      <a:r>
                        <a:rPr lang="en-PH" sz="2200" u="none" strike="noStrike" dirty="0">
                          <a:effectLst/>
                        </a:rPr>
                        <a:t>)</a:t>
                      </a:r>
                      <a:endParaRPr lang="en-PH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950" marR="13950" marT="139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200" u="none" strike="noStrike" dirty="0">
                          <a:effectLst/>
                        </a:rPr>
                        <a:t>Fuel combustion and vehicles.</a:t>
                      </a:r>
                      <a:endParaRPr lang="en-PH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950" marR="13950" marT="13950" marB="0" anchor="ctr"/>
                </a:tc>
                <a:extLst>
                  <a:ext uri="{0D108BD9-81ED-4DB2-BD59-A6C34878D82A}">
                    <a16:rowId xmlns:a16="http://schemas.microsoft.com/office/drawing/2014/main" val="3262022445"/>
                  </a:ext>
                </a:extLst>
              </a:tr>
              <a:tr h="8308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200" u="none" strike="noStrike" dirty="0">
                          <a:effectLst/>
                        </a:rPr>
                        <a:t>Particulate matter (</a:t>
                      </a:r>
                      <a:r>
                        <a:rPr lang="en-PH" sz="2200" b="1" u="none" strike="noStrike" dirty="0">
                          <a:effectLst/>
                        </a:rPr>
                        <a:t>PM</a:t>
                      </a:r>
                      <a:r>
                        <a:rPr lang="en-PH" sz="2200" u="none" strike="noStrike" dirty="0">
                          <a:effectLst/>
                        </a:rPr>
                        <a:t>)</a:t>
                      </a:r>
                      <a:endParaRPr lang="en-PH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950" marR="13950" marT="139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200" u="none" strike="noStrike" dirty="0">
                          <a:effectLst/>
                        </a:rPr>
                        <a:t>Combustion, construction, dust.</a:t>
                      </a:r>
                      <a:endParaRPr lang="en-PH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950" marR="13950" marT="13950" marB="0" anchor="ctr"/>
                </a:tc>
                <a:extLst>
                  <a:ext uri="{0D108BD9-81ED-4DB2-BD59-A6C34878D82A}">
                    <a16:rowId xmlns:a16="http://schemas.microsoft.com/office/drawing/2014/main" val="135519880"/>
                  </a:ext>
                </a:extLst>
              </a:tr>
              <a:tr h="8308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200" u="none" strike="noStrike" dirty="0">
                          <a:effectLst/>
                        </a:rPr>
                        <a:t>Volatile organic compounds (</a:t>
                      </a:r>
                      <a:r>
                        <a:rPr lang="en-PH" sz="2200" b="1" u="none" strike="noStrike" dirty="0">
                          <a:effectLst/>
                        </a:rPr>
                        <a:t>VOC</a:t>
                      </a:r>
                      <a:r>
                        <a:rPr lang="en-PH" sz="2200" u="none" strike="noStrike" dirty="0">
                          <a:effectLst/>
                        </a:rPr>
                        <a:t>s)</a:t>
                      </a:r>
                      <a:endParaRPr lang="en-PH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950" marR="13950" marT="139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200" u="none" strike="noStrike" dirty="0">
                          <a:effectLst/>
                        </a:rPr>
                        <a:t>Fuel evaporation and industrial processes.</a:t>
                      </a:r>
                      <a:endParaRPr lang="en-PH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950" marR="13950" marT="13950" marB="0" anchor="ctr"/>
                </a:tc>
                <a:extLst>
                  <a:ext uri="{0D108BD9-81ED-4DB2-BD59-A6C34878D82A}">
                    <a16:rowId xmlns:a16="http://schemas.microsoft.com/office/drawing/2014/main" val="1934786412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25DC6DF-7C17-56F3-BD54-8B28A52E723A}"/>
              </a:ext>
            </a:extLst>
          </p:cNvPr>
          <p:cNvSpPr txBox="1">
            <a:spLocks/>
          </p:cNvSpPr>
          <p:nvPr/>
        </p:nvSpPr>
        <p:spPr>
          <a:xfrm>
            <a:off x="550915" y="1486045"/>
            <a:ext cx="4859285" cy="473187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2800" dirty="0"/>
              <a:t>Air pollutants can also be classified according to </a:t>
            </a:r>
            <a:r>
              <a:rPr lang="en-PH" sz="2800" b="1" dirty="0">
                <a:solidFill>
                  <a:srgbClr val="FF0000"/>
                </a:solidFill>
              </a:rPr>
              <a:t>how they are formed</a:t>
            </a:r>
            <a:r>
              <a:rPr lang="en-PH" sz="2800" dirty="0"/>
              <a:t>.</a:t>
            </a:r>
          </a:p>
          <a:p>
            <a:endParaRPr lang="en-PH" sz="1000" dirty="0"/>
          </a:p>
          <a:p>
            <a:pPr marL="0" indent="0">
              <a:buNone/>
            </a:pPr>
            <a:r>
              <a:rPr lang="en-PH" sz="2800" b="1" dirty="0"/>
              <a:t>Primary Pollutants</a:t>
            </a:r>
          </a:p>
          <a:p>
            <a:r>
              <a:rPr lang="en-PH" sz="2800" b="1" dirty="0"/>
              <a:t>Primary pollutants</a:t>
            </a:r>
            <a:r>
              <a:rPr lang="en-PH" sz="2800" dirty="0"/>
              <a:t> are released directly into the atmosphere from a source.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9026861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72D74-0D4A-24B8-8720-D78CD020C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26F87-EBA1-F87B-E822-CA158007CAD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735EA-2A67-B98E-72E5-92454A90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682CB-8FE3-9E44-2FEE-C702239C8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57BA9-F4CF-FEBE-0A08-A358E253B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494873"/>
      </p:ext>
    </p:extLst>
  </p:cSld>
  <p:clrMapOvr>
    <a:masterClrMapping/>
  </p:clrMapOvr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667383-B7F3-43FC-8965-135FDDEABCC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D6282DC-5D67-4C19-9A05-C65D9BF7BC78}">
  <ds:schemaRefs>
    <ds:schemaRef ds:uri="http://schemas.microsoft.com/office/2006/documentManagement/types"/>
    <ds:schemaRef ds:uri="http://www.w3.org/XML/1998/namespace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purl.org/dc/terms/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12135656-72CC-4564-823F-B30D02996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{76FA31DB-ED22-477E-96D6-DA2960C5672C}05f950ec-c865-457c-93ae-9eb2ef1c603f-TFa19fa653-f273-4169-96ef-448bb1cd1027_win32</Template>
  <TotalTime>391</TotalTime>
  <Words>1257</Words>
  <Application>Microsoft Office PowerPoint</Application>
  <PresentationFormat>Widescreen</PresentationFormat>
  <Paragraphs>210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 Narrow</vt:lpstr>
      <vt:lpstr>Arial</vt:lpstr>
      <vt:lpstr>Calibri</vt:lpstr>
      <vt:lpstr>Neue Haas Grotesk Text Pro</vt:lpstr>
      <vt:lpstr>Wingdings</vt:lpstr>
      <vt:lpstr>OasisVTI</vt:lpstr>
      <vt:lpstr>Air Quality and Supervision</vt:lpstr>
      <vt:lpstr>INTRODUCTION</vt:lpstr>
      <vt:lpstr>   Learning Objectives</vt:lpstr>
      <vt:lpstr>The Earth's Atmosphere</vt:lpstr>
      <vt:lpstr>Composition of the Atmosphere</vt:lpstr>
      <vt:lpstr>Layers of the Earth's Atmosphere</vt:lpstr>
      <vt:lpstr>PowerPoint Presentation</vt:lpstr>
      <vt:lpstr>PowerPoint Presentation</vt:lpstr>
      <vt:lpstr>  1. Troposphere</vt:lpstr>
      <vt:lpstr>Cont.</vt:lpstr>
      <vt:lpstr>  2. Stratosphere</vt:lpstr>
      <vt:lpstr> 3. Mesosphere</vt:lpstr>
      <vt:lpstr>Why is the mesosphere cold even though it is closer to the Sun?</vt:lpstr>
      <vt:lpstr>4. Thermosphere</vt:lpstr>
      <vt:lpstr>PowerPoint Presentation</vt:lpstr>
      <vt:lpstr>Cont.</vt:lpstr>
      <vt:lpstr>Cont.</vt:lpstr>
      <vt:lpstr> 5. Exosphere</vt:lpstr>
      <vt:lpstr>Atmosphere</vt:lpstr>
      <vt:lpstr>Air Pollution</vt:lpstr>
      <vt:lpstr> A. Natural Sources</vt:lpstr>
      <vt:lpstr> B. Human-Made Sources</vt:lpstr>
      <vt:lpstr>Pollutants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Brigida Reyes</dc:creator>
  <cp:lastModifiedBy>Brigida Reyes</cp:lastModifiedBy>
  <cp:revision>1</cp:revision>
  <dcterms:created xsi:type="dcterms:W3CDTF">2026-09-09T07:53:58Z</dcterms:created>
  <dcterms:modified xsi:type="dcterms:W3CDTF">2026-09-10T01:12:25Z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