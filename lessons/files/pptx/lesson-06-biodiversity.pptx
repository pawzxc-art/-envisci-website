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8"/>
  </p:notesMasterIdLst>
  <p:sldIdLst>
    <p:sldId id="321" r:id="rId2"/>
    <p:sldId id="319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30" r:id="rId11"/>
    <p:sldId id="361" r:id="rId12"/>
    <p:sldId id="329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3" r:id="rId23"/>
    <p:sldId id="344" r:id="rId24"/>
    <p:sldId id="345" r:id="rId25"/>
    <p:sldId id="342" r:id="rId26"/>
    <p:sldId id="346" r:id="rId27"/>
    <p:sldId id="347" r:id="rId28"/>
    <p:sldId id="348" r:id="rId29"/>
    <p:sldId id="350" r:id="rId30"/>
    <p:sldId id="351" r:id="rId31"/>
    <p:sldId id="352" r:id="rId32"/>
    <p:sldId id="353" r:id="rId33"/>
    <p:sldId id="357" r:id="rId34"/>
    <p:sldId id="360" r:id="rId35"/>
    <p:sldId id="358" r:id="rId36"/>
    <p:sldId id="35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63B47E-EEBD-4BA6-AA2F-4760178BDE1B}" v="121" dt="2026-09-07T09:08:06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da Reyes" userId="fa9ded72177516ae" providerId="LiveId" clId="{F697C409-150F-4EA1-99A5-AF676A2956D1}"/>
    <pc:docChg chg="undo custSel addSld delSld modSld sldOrd">
      <pc:chgData name="Brigida Reyes" userId="fa9ded72177516ae" providerId="LiveId" clId="{F697C409-150F-4EA1-99A5-AF676A2956D1}" dt="2026-09-07T09:28:50.827" v="1043" actId="27636"/>
      <pc:docMkLst>
        <pc:docMk/>
      </pc:docMkLst>
      <pc:sldChg chg="del">
        <pc:chgData name="Brigida Reyes" userId="fa9ded72177516ae" providerId="LiveId" clId="{F697C409-150F-4EA1-99A5-AF676A2956D1}" dt="2026-09-06T21:28:13.406" v="8" actId="2696"/>
        <pc:sldMkLst>
          <pc:docMk/>
          <pc:sldMk cId="3693554046" sldId="256"/>
        </pc:sldMkLst>
      </pc:sldChg>
      <pc:sldChg chg="del">
        <pc:chgData name="Brigida Reyes" userId="fa9ded72177516ae" providerId="LiveId" clId="{F697C409-150F-4EA1-99A5-AF676A2956D1}" dt="2026-09-06T21:28:22.204" v="12" actId="2696"/>
        <pc:sldMkLst>
          <pc:docMk/>
          <pc:sldMk cId="1473026176" sldId="257"/>
        </pc:sldMkLst>
      </pc:sldChg>
      <pc:sldChg chg="del">
        <pc:chgData name="Brigida Reyes" userId="fa9ded72177516ae" providerId="LiveId" clId="{F697C409-150F-4EA1-99A5-AF676A2956D1}" dt="2026-09-06T21:28:22.376" v="13" actId="2696"/>
        <pc:sldMkLst>
          <pc:docMk/>
          <pc:sldMk cId="332753724" sldId="258"/>
        </pc:sldMkLst>
      </pc:sldChg>
      <pc:sldChg chg="del">
        <pc:chgData name="Brigida Reyes" userId="fa9ded72177516ae" providerId="LiveId" clId="{F697C409-150F-4EA1-99A5-AF676A2956D1}" dt="2026-09-06T21:28:22.554" v="14" actId="2696"/>
        <pc:sldMkLst>
          <pc:docMk/>
          <pc:sldMk cId="3975967796" sldId="259"/>
        </pc:sldMkLst>
      </pc:sldChg>
      <pc:sldChg chg="del">
        <pc:chgData name="Brigida Reyes" userId="fa9ded72177516ae" providerId="LiveId" clId="{F697C409-150F-4EA1-99A5-AF676A2956D1}" dt="2026-09-06T21:28:22.709" v="15" actId="2696"/>
        <pc:sldMkLst>
          <pc:docMk/>
          <pc:sldMk cId="1959301776" sldId="260"/>
        </pc:sldMkLst>
      </pc:sldChg>
      <pc:sldChg chg="del">
        <pc:chgData name="Brigida Reyes" userId="fa9ded72177516ae" providerId="LiveId" clId="{F697C409-150F-4EA1-99A5-AF676A2956D1}" dt="2026-09-06T21:28:22.878" v="16" actId="2696"/>
        <pc:sldMkLst>
          <pc:docMk/>
          <pc:sldMk cId="1454071975" sldId="261"/>
        </pc:sldMkLst>
      </pc:sldChg>
      <pc:sldChg chg="del">
        <pc:chgData name="Brigida Reyes" userId="fa9ded72177516ae" providerId="LiveId" clId="{F697C409-150F-4EA1-99A5-AF676A2956D1}" dt="2026-09-06T21:28:23.213" v="18" actId="2696"/>
        <pc:sldMkLst>
          <pc:docMk/>
          <pc:sldMk cId="3507753599" sldId="262"/>
        </pc:sldMkLst>
      </pc:sldChg>
      <pc:sldChg chg="del">
        <pc:chgData name="Brigida Reyes" userId="fa9ded72177516ae" providerId="LiveId" clId="{F697C409-150F-4EA1-99A5-AF676A2956D1}" dt="2026-09-06T21:28:23.392" v="19" actId="2696"/>
        <pc:sldMkLst>
          <pc:docMk/>
          <pc:sldMk cId="4065773422" sldId="263"/>
        </pc:sldMkLst>
      </pc:sldChg>
      <pc:sldChg chg="del">
        <pc:chgData name="Brigida Reyes" userId="fa9ded72177516ae" providerId="LiveId" clId="{F697C409-150F-4EA1-99A5-AF676A2956D1}" dt="2026-09-06T21:28:23.574" v="20" actId="2696"/>
        <pc:sldMkLst>
          <pc:docMk/>
          <pc:sldMk cId="1489210754" sldId="264"/>
        </pc:sldMkLst>
      </pc:sldChg>
      <pc:sldChg chg="del">
        <pc:chgData name="Brigida Reyes" userId="fa9ded72177516ae" providerId="LiveId" clId="{F697C409-150F-4EA1-99A5-AF676A2956D1}" dt="2026-09-06T21:28:23.791" v="21" actId="2696"/>
        <pc:sldMkLst>
          <pc:docMk/>
          <pc:sldMk cId="26203923" sldId="265"/>
        </pc:sldMkLst>
      </pc:sldChg>
      <pc:sldChg chg="del">
        <pc:chgData name="Brigida Reyes" userId="fa9ded72177516ae" providerId="LiveId" clId="{F697C409-150F-4EA1-99A5-AF676A2956D1}" dt="2026-09-06T21:28:21.733" v="10" actId="2696"/>
        <pc:sldMkLst>
          <pc:docMk/>
          <pc:sldMk cId="2599640995" sldId="266"/>
        </pc:sldMkLst>
      </pc:sldChg>
      <pc:sldChg chg="del">
        <pc:chgData name="Brigida Reyes" userId="fa9ded72177516ae" providerId="LiveId" clId="{F697C409-150F-4EA1-99A5-AF676A2956D1}" dt="2026-09-06T21:28:23.052" v="17" actId="2696"/>
        <pc:sldMkLst>
          <pc:docMk/>
          <pc:sldMk cId="2395262249" sldId="267"/>
        </pc:sldMkLst>
      </pc:sldChg>
      <pc:sldChg chg="del">
        <pc:chgData name="Brigida Reyes" userId="fa9ded72177516ae" providerId="LiveId" clId="{F697C409-150F-4EA1-99A5-AF676A2956D1}" dt="2026-09-06T21:28:24.113" v="23" actId="2696"/>
        <pc:sldMkLst>
          <pc:docMk/>
          <pc:sldMk cId="469035785" sldId="268"/>
        </pc:sldMkLst>
      </pc:sldChg>
      <pc:sldChg chg="del">
        <pc:chgData name="Brigida Reyes" userId="fa9ded72177516ae" providerId="LiveId" clId="{F697C409-150F-4EA1-99A5-AF676A2956D1}" dt="2026-09-06T21:28:23.931" v="22" actId="2696"/>
        <pc:sldMkLst>
          <pc:docMk/>
          <pc:sldMk cId="4163260955" sldId="269"/>
        </pc:sldMkLst>
      </pc:sldChg>
      <pc:sldChg chg="del">
        <pc:chgData name="Brigida Reyes" userId="fa9ded72177516ae" providerId="LiveId" clId="{F697C409-150F-4EA1-99A5-AF676A2956D1}" dt="2026-09-06T21:28:24.282" v="24" actId="2696"/>
        <pc:sldMkLst>
          <pc:docMk/>
          <pc:sldMk cId="2722002028" sldId="270"/>
        </pc:sldMkLst>
      </pc:sldChg>
      <pc:sldChg chg="del">
        <pc:chgData name="Brigida Reyes" userId="fa9ded72177516ae" providerId="LiveId" clId="{F697C409-150F-4EA1-99A5-AF676A2956D1}" dt="2026-09-06T21:28:25.192" v="27" actId="2696"/>
        <pc:sldMkLst>
          <pc:docMk/>
          <pc:sldMk cId="1678673475" sldId="271"/>
        </pc:sldMkLst>
      </pc:sldChg>
      <pc:sldChg chg="del">
        <pc:chgData name="Brigida Reyes" userId="fa9ded72177516ae" providerId="LiveId" clId="{F697C409-150F-4EA1-99A5-AF676A2956D1}" dt="2026-09-06T21:28:25.474" v="28" actId="2696"/>
        <pc:sldMkLst>
          <pc:docMk/>
          <pc:sldMk cId="4287076173" sldId="272"/>
        </pc:sldMkLst>
      </pc:sldChg>
      <pc:sldChg chg="del">
        <pc:chgData name="Brigida Reyes" userId="fa9ded72177516ae" providerId="LiveId" clId="{F697C409-150F-4EA1-99A5-AF676A2956D1}" dt="2026-09-06T21:28:26.232" v="31" actId="2696"/>
        <pc:sldMkLst>
          <pc:docMk/>
          <pc:sldMk cId="3280568632" sldId="274"/>
        </pc:sldMkLst>
      </pc:sldChg>
      <pc:sldChg chg="del">
        <pc:chgData name="Brigida Reyes" userId="fa9ded72177516ae" providerId="LiveId" clId="{F697C409-150F-4EA1-99A5-AF676A2956D1}" dt="2026-09-06T21:28:27.335" v="35" actId="2696"/>
        <pc:sldMkLst>
          <pc:docMk/>
          <pc:sldMk cId="4161499673" sldId="275"/>
        </pc:sldMkLst>
      </pc:sldChg>
      <pc:sldChg chg="del">
        <pc:chgData name="Brigida Reyes" userId="fa9ded72177516ae" providerId="LiveId" clId="{F697C409-150F-4EA1-99A5-AF676A2956D1}" dt="2026-09-06T21:28:24.468" v="25" actId="2696"/>
        <pc:sldMkLst>
          <pc:docMk/>
          <pc:sldMk cId="401605119" sldId="277"/>
        </pc:sldMkLst>
      </pc:sldChg>
      <pc:sldChg chg="del">
        <pc:chgData name="Brigida Reyes" userId="fa9ded72177516ae" providerId="LiveId" clId="{F697C409-150F-4EA1-99A5-AF676A2956D1}" dt="2026-09-06T21:28:28.072" v="39" actId="2696"/>
        <pc:sldMkLst>
          <pc:docMk/>
          <pc:sldMk cId="3312394998" sldId="278"/>
        </pc:sldMkLst>
      </pc:sldChg>
      <pc:sldChg chg="del">
        <pc:chgData name="Brigida Reyes" userId="fa9ded72177516ae" providerId="LiveId" clId="{F697C409-150F-4EA1-99A5-AF676A2956D1}" dt="2026-09-06T21:28:24.805" v="26" actId="2696"/>
        <pc:sldMkLst>
          <pc:docMk/>
          <pc:sldMk cId="0" sldId="282"/>
        </pc:sldMkLst>
      </pc:sldChg>
      <pc:sldChg chg="del">
        <pc:chgData name="Brigida Reyes" userId="fa9ded72177516ae" providerId="LiveId" clId="{F697C409-150F-4EA1-99A5-AF676A2956D1}" dt="2026-09-06T21:28:28.436" v="41" actId="2696"/>
        <pc:sldMkLst>
          <pc:docMk/>
          <pc:sldMk cId="3471862157" sldId="284"/>
        </pc:sldMkLst>
      </pc:sldChg>
      <pc:sldChg chg="del">
        <pc:chgData name="Brigida Reyes" userId="fa9ded72177516ae" providerId="LiveId" clId="{F697C409-150F-4EA1-99A5-AF676A2956D1}" dt="2026-09-06T21:28:28.261" v="40" actId="2696"/>
        <pc:sldMkLst>
          <pc:docMk/>
          <pc:sldMk cId="4103512744" sldId="285"/>
        </pc:sldMkLst>
      </pc:sldChg>
      <pc:sldChg chg="del">
        <pc:chgData name="Brigida Reyes" userId="fa9ded72177516ae" providerId="LiveId" clId="{F697C409-150F-4EA1-99A5-AF676A2956D1}" dt="2026-09-06T21:28:28.656" v="42" actId="2696"/>
        <pc:sldMkLst>
          <pc:docMk/>
          <pc:sldMk cId="2338024820" sldId="286"/>
        </pc:sldMkLst>
      </pc:sldChg>
      <pc:sldChg chg="del">
        <pc:chgData name="Brigida Reyes" userId="fa9ded72177516ae" providerId="LiveId" clId="{F697C409-150F-4EA1-99A5-AF676A2956D1}" dt="2026-09-06T21:28:28.847" v="43" actId="2696"/>
        <pc:sldMkLst>
          <pc:docMk/>
          <pc:sldMk cId="3822735322" sldId="288"/>
        </pc:sldMkLst>
      </pc:sldChg>
      <pc:sldChg chg="del">
        <pc:chgData name="Brigida Reyes" userId="fa9ded72177516ae" providerId="LiveId" clId="{F697C409-150F-4EA1-99A5-AF676A2956D1}" dt="2026-09-06T21:28:29.082" v="44" actId="2696"/>
        <pc:sldMkLst>
          <pc:docMk/>
          <pc:sldMk cId="3827264862" sldId="289"/>
        </pc:sldMkLst>
      </pc:sldChg>
      <pc:sldChg chg="del">
        <pc:chgData name="Brigida Reyes" userId="fa9ded72177516ae" providerId="LiveId" clId="{F697C409-150F-4EA1-99A5-AF676A2956D1}" dt="2026-09-06T21:28:29.267" v="45" actId="2696"/>
        <pc:sldMkLst>
          <pc:docMk/>
          <pc:sldMk cId="1367695093" sldId="290"/>
        </pc:sldMkLst>
      </pc:sldChg>
      <pc:sldChg chg="del">
        <pc:chgData name="Brigida Reyes" userId="fa9ded72177516ae" providerId="LiveId" clId="{F697C409-150F-4EA1-99A5-AF676A2956D1}" dt="2026-09-06T21:28:30.780" v="48" actId="2696"/>
        <pc:sldMkLst>
          <pc:docMk/>
          <pc:sldMk cId="2687289749" sldId="291"/>
        </pc:sldMkLst>
      </pc:sldChg>
      <pc:sldChg chg="del">
        <pc:chgData name="Brigida Reyes" userId="fa9ded72177516ae" providerId="LiveId" clId="{F697C409-150F-4EA1-99A5-AF676A2956D1}" dt="2026-09-06T21:28:55.434" v="55" actId="2696"/>
        <pc:sldMkLst>
          <pc:docMk/>
          <pc:sldMk cId="2192586855" sldId="293"/>
        </pc:sldMkLst>
      </pc:sldChg>
      <pc:sldChg chg="del">
        <pc:chgData name="Brigida Reyes" userId="fa9ded72177516ae" providerId="LiveId" clId="{F697C409-150F-4EA1-99A5-AF676A2956D1}" dt="2026-09-06T21:28:29.506" v="46" actId="2696"/>
        <pc:sldMkLst>
          <pc:docMk/>
          <pc:sldMk cId="3468796266" sldId="295"/>
        </pc:sldMkLst>
      </pc:sldChg>
      <pc:sldChg chg="del">
        <pc:chgData name="Brigida Reyes" userId="fa9ded72177516ae" providerId="LiveId" clId="{F697C409-150F-4EA1-99A5-AF676A2956D1}" dt="2026-09-06T21:28:29.852" v="47" actId="2696"/>
        <pc:sldMkLst>
          <pc:docMk/>
          <pc:sldMk cId="291192049" sldId="296"/>
        </pc:sldMkLst>
      </pc:sldChg>
      <pc:sldChg chg="del">
        <pc:chgData name="Brigida Reyes" userId="fa9ded72177516ae" providerId="LiveId" clId="{F697C409-150F-4EA1-99A5-AF676A2956D1}" dt="2026-09-06T21:28:56.458" v="58" actId="2696"/>
        <pc:sldMkLst>
          <pc:docMk/>
          <pc:sldMk cId="2398650288" sldId="297"/>
        </pc:sldMkLst>
      </pc:sldChg>
      <pc:sldChg chg="del">
        <pc:chgData name="Brigida Reyes" userId="fa9ded72177516ae" providerId="LiveId" clId="{F697C409-150F-4EA1-99A5-AF676A2956D1}" dt="2026-09-06T21:28:56.175" v="57" actId="2696"/>
        <pc:sldMkLst>
          <pc:docMk/>
          <pc:sldMk cId="844997689" sldId="298"/>
        </pc:sldMkLst>
      </pc:sldChg>
      <pc:sldChg chg="del">
        <pc:chgData name="Brigida Reyes" userId="fa9ded72177516ae" providerId="LiveId" clId="{F697C409-150F-4EA1-99A5-AF676A2956D1}" dt="2026-09-06T21:28:53.314" v="49" actId="2696"/>
        <pc:sldMkLst>
          <pc:docMk/>
          <pc:sldMk cId="1673504761" sldId="299"/>
        </pc:sldMkLst>
      </pc:sldChg>
      <pc:sldChg chg="del">
        <pc:chgData name="Brigida Reyes" userId="fa9ded72177516ae" providerId="LiveId" clId="{F697C409-150F-4EA1-99A5-AF676A2956D1}" dt="2026-09-06T21:28:53.841" v="50" actId="2696"/>
        <pc:sldMkLst>
          <pc:docMk/>
          <pc:sldMk cId="817031398" sldId="300"/>
        </pc:sldMkLst>
      </pc:sldChg>
      <pc:sldChg chg="del">
        <pc:chgData name="Brigida Reyes" userId="fa9ded72177516ae" providerId="LiveId" clId="{F697C409-150F-4EA1-99A5-AF676A2956D1}" dt="2026-09-06T21:28:54.071" v="51" actId="2696"/>
        <pc:sldMkLst>
          <pc:docMk/>
          <pc:sldMk cId="1322377184" sldId="301"/>
        </pc:sldMkLst>
      </pc:sldChg>
      <pc:sldChg chg="del">
        <pc:chgData name="Brigida Reyes" userId="fa9ded72177516ae" providerId="LiveId" clId="{F697C409-150F-4EA1-99A5-AF676A2956D1}" dt="2026-09-06T21:28:54.301" v="52" actId="2696"/>
        <pc:sldMkLst>
          <pc:docMk/>
          <pc:sldMk cId="2754615401" sldId="302"/>
        </pc:sldMkLst>
      </pc:sldChg>
      <pc:sldChg chg="del">
        <pc:chgData name="Brigida Reyes" userId="fa9ded72177516ae" providerId="LiveId" clId="{F697C409-150F-4EA1-99A5-AF676A2956D1}" dt="2026-09-06T21:28:55.910" v="56" actId="2696"/>
        <pc:sldMkLst>
          <pc:docMk/>
          <pc:sldMk cId="444735104" sldId="303"/>
        </pc:sldMkLst>
      </pc:sldChg>
      <pc:sldChg chg="del">
        <pc:chgData name="Brigida Reyes" userId="fa9ded72177516ae" providerId="LiveId" clId="{F697C409-150F-4EA1-99A5-AF676A2956D1}" dt="2026-09-06T21:28:25.668" v="29" actId="2696"/>
        <pc:sldMkLst>
          <pc:docMk/>
          <pc:sldMk cId="741066492" sldId="306"/>
        </pc:sldMkLst>
      </pc:sldChg>
      <pc:sldChg chg="del">
        <pc:chgData name="Brigida Reyes" userId="fa9ded72177516ae" providerId="LiveId" clId="{F697C409-150F-4EA1-99A5-AF676A2956D1}" dt="2026-09-06T21:28:25.853" v="30" actId="2696"/>
        <pc:sldMkLst>
          <pc:docMk/>
          <pc:sldMk cId="0" sldId="307"/>
        </pc:sldMkLst>
      </pc:sldChg>
      <pc:sldChg chg="del">
        <pc:chgData name="Brigida Reyes" userId="fa9ded72177516ae" providerId="LiveId" clId="{F697C409-150F-4EA1-99A5-AF676A2956D1}" dt="2026-09-06T21:28:26.966" v="33" actId="2696"/>
        <pc:sldMkLst>
          <pc:docMk/>
          <pc:sldMk cId="1933633853" sldId="309"/>
        </pc:sldMkLst>
      </pc:sldChg>
      <pc:sldChg chg="del">
        <pc:chgData name="Brigida Reyes" userId="fa9ded72177516ae" providerId="LiveId" clId="{F697C409-150F-4EA1-99A5-AF676A2956D1}" dt="2026-09-06T21:28:27.115" v="34" actId="2696"/>
        <pc:sldMkLst>
          <pc:docMk/>
          <pc:sldMk cId="3015277509" sldId="310"/>
        </pc:sldMkLst>
      </pc:sldChg>
      <pc:sldChg chg="del">
        <pc:chgData name="Brigida Reyes" userId="fa9ded72177516ae" providerId="LiveId" clId="{F697C409-150F-4EA1-99A5-AF676A2956D1}" dt="2026-09-06T21:28:26.722" v="32" actId="2696"/>
        <pc:sldMkLst>
          <pc:docMk/>
          <pc:sldMk cId="2691162630" sldId="311"/>
        </pc:sldMkLst>
      </pc:sldChg>
      <pc:sldChg chg="del">
        <pc:chgData name="Brigida Reyes" userId="fa9ded72177516ae" providerId="LiveId" clId="{F697C409-150F-4EA1-99A5-AF676A2956D1}" dt="2026-09-06T21:28:27.538" v="36" actId="2696"/>
        <pc:sldMkLst>
          <pc:docMk/>
          <pc:sldMk cId="2667110328" sldId="312"/>
        </pc:sldMkLst>
      </pc:sldChg>
      <pc:sldChg chg="del">
        <pc:chgData name="Brigida Reyes" userId="fa9ded72177516ae" providerId="LiveId" clId="{F697C409-150F-4EA1-99A5-AF676A2956D1}" dt="2026-09-06T21:28:27.695" v="37" actId="2696"/>
        <pc:sldMkLst>
          <pc:docMk/>
          <pc:sldMk cId="0" sldId="313"/>
        </pc:sldMkLst>
      </pc:sldChg>
      <pc:sldChg chg="del">
        <pc:chgData name="Brigida Reyes" userId="fa9ded72177516ae" providerId="LiveId" clId="{F697C409-150F-4EA1-99A5-AF676A2956D1}" dt="2026-09-06T21:28:27.888" v="38" actId="2696"/>
        <pc:sldMkLst>
          <pc:docMk/>
          <pc:sldMk cId="1666655400" sldId="315"/>
        </pc:sldMkLst>
      </pc:sldChg>
      <pc:sldChg chg="del">
        <pc:chgData name="Brigida Reyes" userId="fa9ded72177516ae" providerId="LiveId" clId="{F697C409-150F-4EA1-99A5-AF676A2956D1}" dt="2026-09-06T21:28:21.904" v="11" actId="2696"/>
        <pc:sldMkLst>
          <pc:docMk/>
          <pc:sldMk cId="3738603407" sldId="316"/>
        </pc:sldMkLst>
      </pc:sldChg>
      <pc:sldChg chg="del">
        <pc:chgData name="Brigida Reyes" userId="fa9ded72177516ae" providerId="LiveId" clId="{F697C409-150F-4EA1-99A5-AF676A2956D1}" dt="2026-09-06T21:28:54.966" v="54" actId="2696"/>
        <pc:sldMkLst>
          <pc:docMk/>
          <pc:sldMk cId="3324593518" sldId="317"/>
        </pc:sldMkLst>
      </pc:sldChg>
      <pc:sldChg chg="del">
        <pc:chgData name="Brigida Reyes" userId="fa9ded72177516ae" providerId="LiveId" clId="{F697C409-150F-4EA1-99A5-AF676A2956D1}" dt="2026-09-06T21:28:54.627" v="53" actId="2696"/>
        <pc:sldMkLst>
          <pc:docMk/>
          <pc:sldMk cId="2967525270" sldId="318"/>
        </pc:sldMkLst>
      </pc:sldChg>
      <pc:sldChg chg="modSp new mod">
        <pc:chgData name="Brigida Reyes" userId="fa9ded72177516ae" providerId="LiveId" clId="{F697C409-150F-4EA1-99A5-AF676A2956D1}" dt="2026-09-07T08:01:37.934" v="539" actId="27636"/>
        <pc:sldMkLst>
          <pc:docMk/>
          <pc:sldMk cId="3318888462" sldId="319"/>
        </pc:sldMkLst>
        <pc:spChg chg="mod">
          <ac:chgData name="Brigida Reyes" userId="fa9ded72177516ae" providerId="LiveId" clId="{F697C409-150F-4EA1-99A5-AF676A2956D1}" dt="2026-09-06T21:29:16.953" v="68" actId="20577"/>
          <ac:spMkLst>
            <pc:docMk/>
            <pc:sldMk cId="3318888462" sldId="319"/>
            <ac:spMk id="2" creationId="{D778A62A-9FBF-A9E7-8CA2-C82F78797C31}"/>
          </ac:spMkLst>
        </pc:spChg>
        <pc:spChg chg="mod">
          <ac:chgData name="Brigida Reyes" userId="fa9ded72177516ae" providerId="LiveId" clId="{F697C409-150F-4EA1-99A5-AF676A2956D1}" dt="2026-09-07T08:01:37.934" v="539" actId="27636"/>
          <ac:spMkLst>
            <pc:docMk/>
            <pc:sldMk cId="3318888462" sldId="319"/>
            <ac:spMk id="3" creationId="{2BD4C64E-87A1-D2DE-ABB2-792DEF88CAB2}"/>
          </ac:spMkLst>
        </pc:spChg>
      </pc:sldChg>
      <pc:sldChg chg="new del">
        <pc:chgData name="Brigida Reyes" userId="fa9ded72177516ae" providerId="LiveId" clId="{F697C409-150F-4EA1-99A5-AF676A2956D1}" dt="2026-09-06T21:28:17.941" v="9" actId="2696"/>
        <pc:sldMkLst>
          <pc:docMk/>
          <pc:sldMk cId="404980033" sldId="320"/>
        </pc:sldMkLst>
      </pc:sldChg>
      <pc:sldChg chg="addSp delSp modSp new mod setBg addAnim delAnim">
        <pc:chgData name="Brigida Reyes" userId="fa9ded72177516ae" providerId="LiveId" clId="{F697C409-150F-4EA1-99A5-AF676A2956D1}" dt="2026-09-07T09:21:13.058" v="982"/>
        <pc:sldMkLst>
          <pc:docMk/>
          <pc:sldMk cId="4175059894" sldId="321"/>
        </pc:sldMkLst>
        <pc:spChg chg="mod">
          <ac:chgData name="Brigida Reyes" userId="fa9ded72177516ae" providerId="LiveId" clId="{F697C409-150F-4EA1-99A5-AF676A2956D1}" dt="2026-09-07T09:21:13.056" v="980" actId="26606"/>
          <ac:spMkLst>
            <pc:docMk/>
            <pc:sldMk cId="4175059894" sldId="321"/>
            <ac:spMk id="2" creationId="{F66BB5B6-B583-4A91-6823-7B7D28BB023B}"/>
          </ac:spMkLst>
        </pc:spChg>
        <pc:spChg chg="mod">
          <ac:chgData name="Brigida Reyes" userId="fa9ded72177516ae" providerId="LiveId" clId="{F697C409-150F-4EA1-99A5-AF676A2956D1}" dt="2026-09-07T09:21:13.056" v="980" actId="26606"/>
          <ac:spMkLst>
            <pc:docMk/>
            <pc:sldMk cId="4175059894" sldId="321"/>
            <ac:spMk id="3" creationId="{BEFB640D-3BF2-5749-F0A1-E87651CF963A}"/>
          </ac:spMkLst>
        </pc:spChg>
        <pc:spChg chg="add">
          <ac:chgData name="Brigida Reyes" userId="fa9ded72177516ae" providerId="LiveId" clId="{F697C409-150F-4EA1-99A5-AF676A2956D1}" dt="2026-09-07T09:21:13.056" v="980" actId="26606"/>
          <ac:spMkLst>
            <pc:docMk/>
            <pc:sldMk cId="4175059894" sldId="321"/>
            <ac:spMk id="9" creationId="{E4F17063-EDA4-417B-946F-BA357F3B390D}"/>
          </ac:spMkLst>
        </pc:spChg>
        <pc:spChg chg="add">
          <ac:chgData name="Brigida Reyes" userId="fa9ded72177516ae" providerId="LiveId" clId="{F697C409-150F-4EA1-99A5-AF676A2956D1}" dt="2026-09-07T09:21:13.056" v="980" actId="26606"/>
          <ac:spMkLst>
            <pc:docMk/>
            <pc:sldMk cId="4175059894" sldId="321"/>
            <ac:spMk id="11" creationId="{D36F3EEA-55D4-4677-80E7-92D00B8F343B}"/>
          </ac:spMkLst>
        </pc:spChg>
        <pc:picChg chg="add mod ord">
          <ac:chgData name="Brigida Reyes" userId="fa9ded72177516ae" providerId="LiveId" clId="{F697C409-150F-4EA1-99A5-AF676A2956D1}" dt="2026-09-07T09:21:13.056" v="980" actId="26606"/>
          <ac:picMkLst>
            <pc:docMk/>
            <pc:sldMk cId="4175059894" sldId="321"/>
            <ac:picMk id="4" creationId="{322D624F-E261-AB47-03A9-DC666DA9814F}"/>
          </ac:picMkLst>
        </pc:picChg>
        <pc:picChg chg="add del">
          <ac:chgData name="Brigida Reyes" userId="fa9ded72177516ae" providerId="LiveId" clId="{F697C409-150F-4EA1-99A5-AF676A2956D1}" dt="2026-09-06T22:41:38.230" v="532" actId="26606"/>
          <ac:picMkLst>
            <pc:docMk/>
            <pc:sldMk cId="4175059894" sldId="321"/>
            <ac:picMk id="5" creationId="{828A0E15-BDF4-283C-63FF-F64CAC457054}"/>
          </ac:picMkLst>
        </pc:picChg>
      </pc:sldChg>
      <pc:sldChg chg="addSp delSp modSp new mod setBg">
        <pc:chgData name="Brigida Reyes" userId="fa9ded72177516ae" providerId="LiveId" clId="{F697C409-150F-4EA1-99A5-AF676A2956D1}" dt="2026-09-07T09:22:01.573" v="986" actId="26606"/>
        <pc:sldMkLst>
          <pc:docMk/>
          <pc:sldMk cId="1543102861" sldId="322"/>
        </pc:sldMkLst>
        <pc:spChg chg="mod">
          <ac:chgData name="Brigida Reyes" userId="fa9ded72177516ae" providerId="LiveId" clId="{F697C409-150F-4EA1-99A5-AF676A2956D1}" dt="2026-09-07T09:22:01.573" v="986" actId="26606"/>
          <ac:spMkLst>
            <pc:docMk/>
            <pc:sldMk cId="1543102861" sldId="322"/>
            <ac:spMk id="2" creationId="{4B2AC54F-7D95-7AC4-5C5D-F7E91E3611EB}"/>
          </ac:spMkLst>
        </pc:spChg>
        <pc:spChg chg="del mod">
          <ac:chgData name="Brigida Reyes" userId="fa9ded72177516ae" providerId="LiveId" clId="{F697C409-150F-4EA1-99A5-AF676A2956D1}" dt="2026-09-07T09:22:01.573" v="986" actId="26606"/>
          <ac:spMkLst>
            <pc:docMk/>
            <pc:sldMk cId="1543102861" sldId="322"/>
            <ac:spMk id="3" creationId="{494919FF-D225-058D-A1EA-18813A5C8DEA}"/>
          </ac:spMkLst>
        </pc:spChg>
        <pc:spChg chg="add del mod">
          <ac:chgData name="Brigida Reyes" userId="fa9ded72177516ae" providerId="LiveId" clId="{F697C409-150F-4EA1-99A5-AF676A2956D1}" dt="2026-09-07T09:21:48.450" v="984" actId="478"/>
          <ac:spMkLst>
            <pc:docMk/>
            <pc:sldMk cId="1543102861" sldId="322"/>
            <ac:spMk id="5" creationId="{071978B9-B241-4294-08B1-2962AD5A52BD}"/>
          </ac:spMkLst>
        </pc:spChg>
        <pc:spChg chg="add del mod">
          <ac:chgData name="Brigida Reyes" userId="fa9ded72177516ae" providerId="LiveId" clId="{F697C409-150F-4EA1-99A5-AF676A2956D1}" dt="2026-09-07T09:21:45.641" v="983" actId="478"/>
          <ac:spMkLst>
            <pc:docMk/>
            <pc:sldMk cId="1543102861" sldId="322"/>
            <ac:spMk id="7" creationId="{5C2CE3A1-6743-2006-8045-B2F82B3397B7}"/>
          </ac:spMkLst>
        </pc:spChg>
        <pc:spChg chg="add">
          <ac:chgData name="Brigida Reyes" userId="fa9ded72177516ae" providerId="LiveId" clId="{F697C409-150F-4EA1-99A5-AF676A2956D1}" dt="2026-09-07T09:22:01.573" v="986" actId="26606"/>
          <ac:spMkLst>
            <pc:docMk/>
            <pc:sldMk cId="1543102861" sldId="322"/>
            <ac:spMk id="9" creationId="{F747F1B4-B831-4277-8AB0-32767F7EB7BF}"/>
          </ac:spMkLst>
        </pc:spChg>
        <pc:spChg chg="add">
          <ac:chgData name="Brigida Reyes" userId="fa9ded72177516ae" providerId="LiveId" clId="{F697C409-150F-4EA1-99A5-AF676A2956D1}" dt="2026-09-07T09:22:01.573" v="986" actId="26606"/>
          <ac:spMkLst>
            <pc:docMk/>
            <pc:sldMk cId="1543102861" sldId="322"/>
            <ac:spMk id="11" creationId="{D80CFA21-AB7C-4BEB-9BFF-05764FBBF3C6}"/>
          </ac:spMkLst>
        </pc:spChg>
        <pc:spChg chg="add">
          <ac:chgData name="Brigida Reyes" userId="fa9ded72177516ae" providerId="LiveId" clId="{F697C409-150F-4EA1-99A5-AF676A2956D1}" dt="2026-09-07T09:22:01.573" v="986" actId="26606"/>
          <ac:spMkLst>
            <pc:docMk/>
            <pc:sldMk cId="1543102861" sldId="322"/>
            <ac:spMk id="13" creationId="{12F7E335-851A-4CAE-B09F-E657819D4600}"/>
          </ac:spMkLst>
        </pc:spChg>
        <pc:spChg chg="add">
          <ac:chgData name="Brigida Reyes" userId="fa9ded72177516ae" providerId="LiveId" clId="{F697C409-150F-4EA1-99A5-AF676A2956D1}" dt="2026-09-07T09:22:01.573" v="986" actId="26606"/>
          <ac:spMkLst>
            <pc:docMk/>
            <pc:sldMk cId="1543102861" sldId="322"/>
            <ac:spMk id="15" creationId="{10B541F0-7F6E-402E-84D8-CF96EACA5FBC}"/>
          </ac:spMkLst>
        </pc:spChg>
        <pc:graphicFrameChg chg="add">
          <ac:chgData name="Brigida Reyes" userId="fa9ded72177516ae" providerId="LiveId" clId="{F697C409-150F-4EA1-99A5-AF676A2956D1}" dt="2026-09-07T09:22:01.573" v="986" actId="26606"/>
          <ac:graphicFrameMkLst>
            <pc:docMk/>
            <pc:sldMk cId="1543102861" sldId="322"/>
            <ac:graphicFrameMk id="6" creationId="{7E24E734-FC57-0748-429C-44459810F474}"/>
          </ac:graphicFrameMkLst>
        </pc:graphicFrameChg>
      </pc:sldChg>
      <pc:sldChg chg="addSp modSp new mod setBg">
        <pc:chgData name="Brigida Reyes" userId="fa9ded72177516ae" providerId="LiveId" clId="{F697C409-150F-4EA1-99A5-AF676A2956D1}" dt="2026-09-07T09:19:23.075" v="977" actId="403"/>
        <pc:sldMkLst>
          <pc:docMk/>
          <pc:sldMk cId="4243319540" sldId="323"/>
        </pc:sldMkLst>
        <pc:spChg chg="mod">
          <ac:chgData name="Brigida Reyes" userId="fa9ded72177516ae" providerId="LiveId" clId="{F697C409-150F-4EA1-99A5-AF676A2956D1}" dt="2026-09-07T09:19:13.740" v="975" actId="26606"/>
          <ac:spMkLst>
            <pc:docMk/>
            <pc:sldMk cId="4243319540" sldId="323"/>
            <ac:spMk id="2" creationId="{F9F742DE-C5C7-25B9-8C7A-656BDF32CB3F}"/>
          </ac:spMkLst>
        </pc:spChg>
        <pc:spChg chg="mod">
          <ac:chgData name="Brigida Reyes" userId="fa9ded72177516ae" providerId="LiveId" clId="{F697C409-150F-4EA1-99A5-AF676A2956D1}" dt="2026-09-07T09:19:23.075" v="977" actId="403"/>
          <ac:spMkLst>
            <pc:docMk/>
            <pc:sldMk cId="4243319540" sldId="323"/>
            <ac:spMk id="3" creationId="{0FD91A1E-B703-ECCA-05EC-6CAADE909709}"/>
          </ac:spMkLst>
        </pc:spChg>
        <pc:spChg chg="add">
          <ac:chgData name="Brigida Reyes" userId="fa9ded72177516ae" providerId="LiveId" clId="{F697C409-150F-4EA1-99A5-AF676A2956D1}" dt="2026-09-07T09:19:13.740" v="975" actId="26606"/>
          <ac:spMkLst>
            <pc:docMk/>
            <pc:sldMk cId="4243319540" sldId="323"/>
            <ac:spMk id="10" creationId="{EE4E366E-272A-409E-840F-9A6A64A9E3FF}"/>
          </ac:spMkLst>
        </pc:spChg>
        <pc:spChg chg="add">
          <ac:chgData name="Brigida Reyes" userId="fa9ded72177516ae" providerId="LiveId" clId="{F697C409-150F-4EA1-99A5-AF676A2956D1}" dt="2026-09-07T09:19:13.740" v="975" actId="26606"/>
          <ac:spMkLst>
            <pc:docMk/>
            <pc:sldMk cId="4243319540" sldId="323"/>
            <ac:spMk id="12" creationId="{A721560C-E4AB-4287-A29C-3F6916794CB9}"/>
          </ac:spMkLst>
        </pc:spChg>
        <pc:spChg chg="add">
          <ac:chgData name="Brigida Reyes" userId="fa9ded72177516ae" providerId="LiveId" clId="{F697C409-150F-4EA1-99A5-AF676A2956D1}" dt="2026-09-07T09:19:13.740" v="975" actId="26606"/>
          <ac:spMkLst>
            <pc:docMk/>
            <pc:sldMk cId="4243319540" sldId="323"/>
            <ac:spMk id="14" creationId="{DF6CFF07-D953-4F9C-9A0E-E0A6AACB6158}"/>
          </ac:spMkLst>
        </pc:spChg>
        <pc:spChg chg="add">
          <ac:chgData name="Brigida Reyes" userId="fa9ded72177516ae" providerId="LiveId" clId="{F697C409-150F-4EA1-99A5-AF676A2956D1}" dt="2026-09-07T09:19:13.740" v="975" actId="26606"/>
          <ac:spMkLst>
            <pc:docMk/>
            <pc:sldMk cId="4243319540" sldId="323"/>
            <ac:spMk id="16" creationId="{DAA4FEEE-0B5F-41BF-825D-60F9FB089568}"/>
          </ac:spMkLst>
        </pc:spChg>
        <pc:picChg chg="add mod">
          <ac:chgData name="Brigida Reyes" userId="fa9ded72177516ae" providerId="LiveId" clId="{F697C409-150F-4EA1-99A5-AF676A2956D1}" dt="2026-09-07T09:19:13.740" v="975" actId="26606"/>
          <ac:picMkLst>
            <pc:docMk/>
            <pc:sldMk cId="4243319540" sldId="323"/>
            <ac:picMk id="5" creationId="{6B077276-B956-91F9-5600-3FA3188C8D6C}"/>
          </ac:picMkLst>
        </pc:picChg>
      </pc:sldChg>
      <pc:sldChg chg="modSp new mod">
        <pc:chgData name="Brigida Reyes" userId="fa9ded72177516ae" providerId="LiveId" clId="{F697C409-150F-4EA1-99A5-AF676A2956D1}" dt="2026-09-07T09:22:24.720" v="988" actId="27636"/>
        <pc:sldMkLst>
          <pc:docMk/>
          <pc:sldMk cId="3499769077" sldId="324"/>
        </pc:sldMkLst>
        <pc:spChg chg="mod">
          <ac:chgData name="Brigida Reyes" userId="fa9ded72177516ae" providerId="LiveId" clId="{F697C409-150F-4EA1-99A5-AF676A2956D1}" dt="2026-09-06T21:37:46.652" v="172"/>
          <ac:spMkLst>
            <pc:docMk/>
            <pc:sldMk cId="3499769077" sldId="324"/>
            <ac:spMk id="2" creationId="{443B9740-65E2-5C32-14D8-0DCECC58C535}"/>
          </ac:spMkLst>
        </pc:spChg>
        <pc:spChg chg="mod">
          <ac:chgData name="Brigida Reyes" userId="fa9ded72177516ae" providerId="LiveId" clId="{F697C409-150F-4EA1-99A5-AF676A2956D1}" dt="2026-09-07T09:22:24.720" v="988" actId="27636"/>
          <ac:spMkLst>
            <pc:docMk/>
            <pc:sldMk cId="3499769077" sldId="324"/>
            <ac:spMk id="3" creationId="{65AA6DA3-5C34-D986-32DA-D0EBC10CD276}"/>
          </ac:spMkLst>
        </pc:spChg>
      </pc:sldChg>
      <pc:sldChg chg="modSp new mod">
        <pc:chgData name="Brigida Reyes" userId="fa9ded72177516ae" providerId="LiveId" clId="{F697C409-150F-4EA1-99A5-AF676A2956D1}" dt="2026-09-07T09:22:28.469" v="989" actId="14100"/>
        <pc:sldMkLst>
          <pc:docMk/>
          <pc:sldMk cId="2491672170" sldId="325"/>
        </pc:sldMkLst>
        <pc:spChg chg="mod">
          <ac:chgData name="Brigida Reyes" userId="fa9ded72177516ae" providerId="LiveId" clId="{F697C409-150F-4EA1-99A5-AF676A2956D1}" dt="2026-09-06T21:39:14.975" v="180"/>
          <ac:spMkLst>
            <pc:docMk/>
            <pc:sldMk cId="2491672170" sldId="325"/>
            <ac:spMk id="2" creationId="{9B3CA8AE-0AF7-8F8F-D7BF-C7E735E61162}"/>
          </ac:spMkLst>
        </pc:spChg>
        <pc:spChg chg="mod">
          <ac:chgData name="Brigida Reyes" userId="fa9ded72177516ae" providerId="LiveId" clId="{F697C409-150F-4EA1-99A5-AF676A2956D1}" dt="2026-09-07T09:22:28.469" v="989" actId="14100"/>
          <ac:spMkLst>
            <pc:docMk/>
            <pc:sldMk cId="2491672170" sldId="325"/>
            <ac:spMk id="3" creationId="{886B6F62-51B1-BC0B-CA74-3963BD095B95}"/>
          </ac:spMkLst>
        </pc:spChg>
      </pc:sldChg>
      <pc:sldChg chg="addSp delSp modSp new mod">
        <pc:chgData name="Brigida Reyes" userId="fa9ded72177516ae" providerId="LiveId" clId="{F697C409-150F-4EA1-99A5-AF676A2956D1}" dt="2026-09-07T09:28:50.827" v="1043" actId="27636"/>
        <pc:sldMkLst>
          <pc:docMk/>
          <pc:sldMk cId="1228570849" sldId="326"/>
        </pc:sldMkLst>
        <pc:spChg chg="mod">
          <ac:chgData name="Brigida Reyes" userId="fa9ded72177516ae" providerId="LiveId" clId="{F697C409-150F-4EA1-99A5-AF676A2956D1}" dt="2026-09-06T21:40:39.022" v="188"/>
          <ac:spMkLst>
            <pc:docMk/>
            <pc:sldMk cId="1228570849" sldId="326"/>
            <ac:spMk id="2" creationId="{1A132AE6-E488-BF64-EEF4-686B52C7FD59}"/>
          </ac:spMkLst>
        </pc:spChg>
        <pc:spChg chg="add del mod">
          <ac:chgData name="Brigida Reyes" userId="fa9ded72177516ae" providerId="LiveId" clId="{F697C409-150F-4EA1-99A5-AF676A2956D1}" dt="2026-09-07T09:28:25.156" v="1035" actId="27636"/>
          <ac:spMkLst>
            <pc:docMk/>
            <pc:sldMk cId="1228570849" sldId="326"/>
            <ac:spMk id="3" creationId="{37A66425-48D9-9DD7-C767-8BEE7C68CAC1}"/>
          </ac:spMkLst>
        </pc:spChg>
        <pc:spChg chg="add del mod">
          <ac:chgData name="Brigida Reyes" userId="fa9ded72177516ae" providerId="LiveId" clId="{F697C409-150F-4EA1-99A5-AF676A2956D1}" dt="2026-09-06T21:41:09.035" v="190" actId="21"/>
          <ac:spMkLst>
            <pc:docMk/>
            <pc:sldMk cId="1228570849" sldId="326"/>
            <ac:spMk id="5" creationId="{94D905F1-1292-5924-0158-DCF35EC5196C}"/>
          </ac:spMkLst>
        </pc:spChg>
        <pc:spChg chg="add del mod">
          <ac:chgData name="Brigida Reyes" userId="fa9ded72177516ae" providerId="LiveId" clId="{F697C409-150F-4EA1-99A5-AF676A2956D1}" dt="2026-09-06T21:42:24.787" v="218" actId="478"/>
          <ac:spMkLst>
            <pc:docMk/>
            <pc:sldMk cId="1228570849" sldId="326"/>
            <ac:spMk id="6" creationId="{C40B0ADD-49B2-22B7-F49F-57C6215A40E2}"/>
          </ac:spMkLst>
        </pc:spChg>
        <pc:spChg chg="add mod">
          <ac:chgData name="Brigida Reyes" userId="fa9ded72177516ae" providerId="LiveId" clId="{F697C409-150F-4EA1-99A5-AF676A2956D1}" dt="2026-09-07T09:28:48.385" v="1041" actId="27636"/>
          <ac:spMkLst>
            <pc:docMk/>
            <pc:sldMk cId="1228570849" sldId="326"/>
            <ac:spMk id="8" creationId="{1BE8012A-AD03-49AF-364C-89A9C2E45579}"/>
          </ac:spMkLst>
        </pc:spChg>
        <pc:spChg chg="add mod">
          <ac:chgData name="Brigida Reyes" userId="fa9ded72177516ae" providerId="LiveId" clId="{F697C409-150F-4EA1-99A5-AF676A2956D1}" dt="2026-09-07T09:28:50.827" v="1043" actId="27636"/>
          <ac:spMkLst>
            <pc:docMk/>
            <pc:sldMk cId="1228570849" sldId="326"/>
            <ac:spMk id="10" creationId="{84F68EF7-3494-918F-5755-A1402ADADB68}"/>
          </ac:spMkLst>
        </pc:spChg>
      </pc:sldChg>
      <pc:sldChg chg="modSp new mod">
        <pc:chgData name="Brigida Reyes" userId="fa9ded72177516ae" providerId="LiveId" clId="{F697C409-150F-4EA1-99A5-AF676A2956D1}" dt="2026-09-07T09:22:38.607" v="993" actId="27636"/>
        <pc:sldMkLst>
          <pc:docMk/>
          <pc:sldMk cId="2724005487" sldId="327"/>
        </pc:sldMkLst>
        <pc:spChg chg="mod">
          <ac:chgData name="Brigida Reyes" userId="fa9ded72177516ae" providerId="LiveId" clId="{F697C409-150F-4EA1-99A5-AF676A2956D1}" dt="2026-09-06T21:45:13.967" v="251"/>
          <ac:spMkLst>
            <pc:docMk/>
            <pc:sldMk cId="2724005487" sldId="327"/>
            <ac:spMk id="2" creationId="{99810B2B-A256-64D6-C161-9C55A610DE69}"/>
          </ac:spMkLst>
        </pc:spChg>
        <pc:spChg chg="mod">
          <ac:chgData name="Brigida Reyes" userId="fa9ded72177516ae" providerId="LiveId" clId="{F697C409-150F-4EA1-99A5-AF676A2956D1}" dt="2026-09-07T09:22:38.607" v="993" actId="27636"/>
          <ac:spMkLst>
            <pc:docMk/>
            <pc:sldMk cId="2724005487" sldId="327"/>
            <ac:spMk id="3" creationId="{EB25A298-982D-F3FA-A415-FA35C0A5DE72}"/>
          </ac:spMkLst>
        </pc:spChg>
      </pc:sldChg>
      <pc:sldChg chg="addSp modSp new mod">
        <pc:chgData name="Brigida Reyes" userId="fa9ded72177516ae" providerId="LiveId" clId="{F697C409-150F-4EA1-99A5-AF676A2956D1}" dt="2026-09-07T09:23:01.971" v="1005" actId="27636"/>
        <pc:sldMkLst>
          <pc:docMk/>
          <pc:sldMk cId="2469518432" sldId="328"/>
        </pc:sldMkLst>
        <pc:spChg chg="mod">
          <ac:chgData name="Brigida Reyes" userId="fa9ded72177516ae" providerId="LiveId" clId="{F697C409-150F-4EA1-99A5-AF676A2956D1}" dt="2026-09-06T21:46:05.794" v="260" actId="21"/>
          <ac:spMkLst>
            <pc:docMk/>
            <pc:sldMk cId="2469518432" sldId="328"/>
            <ac:spMk id="2" creationId="{F61E3B41-59BB-30BC-C77B-1D40FD312605}"/>
          </ac:spMkLst>
        </pc:spChg>
        <pc:spChg chg="mod">
          <ac:chgData name="Brigida Reyes" userId="fa9ded72177516ae" providerId="LiveId" clId="{F697C409-150F-4EA1-99A5-AF676A2956D1}" dt="2026-09-07T09:22:48.252" v="999" actId="27636"/>
          <ac:spMkLst>
            <pc:docMk/>
            <pc:sldMk cId="2469518432" sldId="328"/>
            <ac:spMk id="3" creationId="{5F574572-A533-A126-6260-5C9BA040CC26}"/>
          </ac:spMkLst>
        </pc:spChg>
        <pc:spChg chg="add mod">
          <ac:chgData name="Brigida Reyes" userId="fa9ded72177516ae" providerId="LiveId" clId="{F697C409-150F-4EA1-99A5-AF676A2956D1}" dt="2026-09-07T09:23:01.971" v="1005" actId="27636"/>
          <ac:spMkLst>
            <pc:docMk/>
            <pc:sldMk cId="2469518432" sldId="328"/>
            <ac:spMk id="4" creationId="{007CEB4C-BA8A-F3E5-B65A-4F971ED4AA4F}"/>
          </ac:spMkLst>
        </pc:spChg>
        <pc:spChg chg="add mod">
          <ac:chgData name="Brigida Reyes" userId="fa9ded72177516ae" providerId="LiveId" clId="{F697C409-150F-4EA1-99A5-AF676A2956D1}" dt="2026-09-07T09:22:57.708" v="1003" actId="27636"/>
          <ac:spMkLst>
            <pc:docMk/>
            <pc:sldMk cId="2469518432" sldId="328"/>
            <ac:spMk id="6" creationId="{116CB015-5AA0-7408-ED9F-A6040E29C971}"/>
          </ac:spMkLst>
        </pc:spChg>
      </pc:sldChg>
      <pc:sldChg chg="modSp new mod">
        <pc:chgData name="Brigida Reyes" userId="fa9ded72177516ae" providerId="LiveId" clId="{F697C409-150F-4EA1-99A5-AF676A2956D1}" dt="2026-09-07T08:07:00.195" v="565" actId="1076"/>
        <pc:sldMkLst>
          <pc:docMk/>
          <pc:sldMk cId="708254888" sldId="329"/>
        </pc:sldMkLst>
        <pc:spChg chg="mod">
          <ac:chgData name="Brigida Reyes" userId="fa9ded72177516ae" providerId="LiveId" clId="{F697C409-150F-4EA1-99A5-AF676A2956D1}" dt="2026-09-06T21:51:55.685" v="308"/>
          <ac:spMkLst>
            <pc:docMk/>
            <pc:sldMk cId="708254888" sldId="329"/>
            <ac:spMk id="2" creationId="{D0AB63D0-1051-7071-FA23-122B88E308A8}"/>
          </ac:spMkLst>
        </pc:spChg>
        <pc:spChg chg="mod">
          <ac:chgData name="Brigida Reyes" userId="fa9ded72177516ae" providerId="LiveId" clId="{F697C409-150F-4EA1-99A5-AF676A2956D1}" dt="2026-09-07T08:07:00.195" v="565" actId="1076"/>
          <ac:spMkLst>
            <pc:docMk/>
            <pc:sldMk cId="708254888" sldId="329"/>
            <ac:spMk id="3" creationId="{0BB21908-3FEE-E600-C4D3-AEACDB88D3A6}"/>
          </ac:spMkLst>
        </pc:spChg>
      </pc:sldChg>
      <pc:sldChg chg="addSp modSp new mod setBg">
        <pc:chgData name="Brigida Reyes" userId="fa9ded72177516ae" providerId="LiveId" clId="{F697C409-150F-4EA1-99A5-AF676A2956D1}" dt="2026-09-06T21:50:02.111" v="301" actId="113"/>
        <pc:sldMkLst>
          <pc:docMk/>
          <pc:sldMk cId="424989052" sldId="330"/>
        </pc:sldMkLst>
        <pc:spChg chg="add">
          <ac:chgData name="Brigida Reyes" userId="fa9ded72177516ae" providerId="LiveId" clId="{F697C409-150F-4EA1-99A5-AF676A2956D1}" dt="2026-09-06T21:49:25.760" v="295" actId="26606"/>
          <ac:spMkLst>
            <pc:docMk/>
            <pc:sldMk cId="424989052" sldId="330"/>
            <ac:spMk id="7" creationId="{DFB3CEA1-88D9-42FB-88ED-1E9807FE6596}"/>
          </ac:spMkLst>
        </pc:spChg>
        <pc:spChg chg="add">
          <ac:chgData name="Brigida Reyes" userId="fa9ded72177516ae" providerId="LiveId" clId="{F697C409-150F-4EA1-99A5-AF676A2956D1}" dt="2026-09-06T21:49:25.760" v="295" actId="26606"/>
          <ac:spMkLst>
            <pc:docMk/>
            <pc:sldMk cId="424989052" sldId="330"/>
            <ac:spMk id="9" creationId="{9A6C928E-4252-4F33-8C34-E50A12A3170B}"/>
          </ac:spMkLst>
        </pc:spChg>
        <pc:graphicFrameChg chg="add mod modGraphic">
          <ac:chgData name="Brigida Reyes" userId="fa9ded72177516ae" providerId="LiveId" clId="{F697C409-150F-4EA1-99A5-AF676A2956D1}" dt="2026-09-06T21:50:02.111" v="301" actId="113"/>
          <ac:graphicFrameMkLst>
            <pc:docMk/>
            <pc:sldMk cId="424989052" sldId="330"/>
            <ac:graphicFrameMk id="2" creationId="{BA65E02E-6DB7-6FF5-E433-7ACD76023AFA}"/>
          </ac:graphicFrameMkLst>
        </pc:graphicFrameChg>
      </pc:sldChg>
      <pc:sldChg chg="addSp delSp modSp new del mod">
        <pc:chgData name="Brigida Reyes" userId="fa9ded72177516ae" providerId="LiveId" clId="{F697C409-150F-4EA1-99A5-AF676A2956D1}" dt="2026-09-07T08:06:51.471" v="564" actId="2696"/>
        <pc:sldMkLst>
          <pc:docMk/>
          <pc:sldMk cId="2834000977" sldId="331"/>
        </pc:sldMkLst>
        <pc:spChg chg="mod">
          <ac:chgData name="Brigida Reyes" userId="fa9ded72177516ae" providerId="LiveId" clId="{F697C409-150F-4EA1-99A5-AF676A2956D1}" dt="2026-09-06T21:51:39.135" v="305"/>
          <ac:spMkLst>
            <pc:docMk/>
            <pc:sldMk cId="2834000977" sldId="331"/>
            <ac:spMk id="2" creationId="{27D3FFB6-1317-D4E8-630B-4B347117AD99}"/>
          </ac:spMkLst>
        </pc:spChg>
        <pc:spChg chg="del">
          <ac:chgData name="Brigida Reyes" userId="fa9ded72177516ae" providerId="LiveId" clId="{F697C409-150F-4EA1-99A5-AF676A2956D1}" dt="2026-09-06T21:51:41.522" v="306" actId="478"/>
          <ac:spMkLst>
            <pc:docMk/>
            <pc:sldMk cId="2834000977" sldId="331"/>
            <ac:spMk id="3" creationId="{D56D5653-FB10-E431-70FA-173FD6243843}"/>
          </ac:spMkLst>
        </pc:spChg>
        <pc:spChg chg="add del mod">
          <ac:chgData name="Brigida Reyes" userId="fa9ded72177516ae" providerId="LiveId" clId="{F697C409-150F-4EA1-99A5-AF676A2956D1}" dt="2026-09-07T08:03:39.005" v="542" actId="21"/>
          <ac:spMkLst>
            <pc:docMk/>
            <pc:sldMk cId="2834000977" sldId="331"/>
            <ac:spMk id="5" creationId="{763D016D-CE28-60BC-4490-8440A7E83623}"/>
          </ac:spMkLst>
        </pc:spChg>
      </pc:sldChg>
      <pc:sldChg chg="modSp new mod">
        <pc:chgData name="Brigida Reyes" userId="fa9ded72177516ae" providerId="LiveId" clId="{F697C409-150F-4EA1-99A5-AF676A2956D1}" dt="2026-09-07T08:07:47.397" v="580" actId="27636"/>
        <pc:sldMkLst>
          <pc:docMk/>
          <pc:sldMk cId="1266609958" sldId="332"/>
        </pc:sldMkLst>
        <pc:spChg chg="mod">
          <ac:chgData name="Brigida Reyes" userId="fa9ded72177516ae" providerId="LiveId" clId="{F697C409-150F-4EA1-99A5-AF676A2956D1}" dt="2026-09-06T21:54:20.295" v="353"/>
          <ac:spMkLst>
            <pc:docMk/>
            <pc:sldMk cId="1266609958" sldId="332"/>
            <ac:spMk id="2" creationId="{4A746876-E3C6-20A9-0A4C-C2AA55C07AB2}"/>
          </ac:spMkLst>
        </pc:spChg>
        <pc:spChg chg="mod">
          <ac:chgData name="Brigida Reyes" userId="fa9ded72177516ae" providerId="LiveId" clId="{F697C409-150F-4EA1-99A5-AF676A2956D1}" dt="2026-09-07T08:07:47.397" v="580" actId="27636"/>
          <ac:spMkLst>
            <pc:docMk/>
            <pc:sldMk cId="1266609958" sldId="332"/>
            <ac:spMk id="3" creationId="{1A03118F-2CBD-1758-8789-9AB6CC0AD694}"/>
          </ac:spMkLst>
        </pc:spChg>
      </pc:sldChg>
      <pc:sldChg chg="modSp new mod">
        <pc:chgData name="Brigida Reyes" userId="fa9ded72177516ae" providerId="LiveId" clId="{F697C409-150F-4EA1-99A5-AF676A2956D1}" dt="2026-09-07T08:09:20.172" v="590" actId="20577"/>
        <pc:sldMkLst>
          <pc:docMk/>
          <pc:sldMk cId="2802868571" sldId="333"/>
        </pc:sldMkLst>
        <pc:spChg chg="mod">
          <ac:chgData name="Brigida Reyes" userId="fa9ded72177516ae" providerId="LiveId" clId="{F697C409-150F-4EA1-99A5-AF676A2956D1}" dt="2026-09-07T08:08:20.329" v="583"/>
          <ac:spMkLst>
            <pc:docMk/>
            <pc:sldMk cId="2802868571" sldId="333"/>
            <ac:spMk id="2" creationId="{A54C3B9E-80E1-A003-CAA3-E20D0BFE211A}"/>
          </ac:spMkLst>
        </pc:spChg>
        <pc:spChg chg="mod">
          <ac:chgData name="Brigida Reyes" userId="fa9ded72177516ae" providerId="LiveId" clId="{F697C409-150F-4EA1-99A5-AF676A2956D1}" dt="2026-09-07T08:09:20.172" v="590" actId="20577"/>
          <ac:spMkLst>
            <pc:docMk/>
            <pc:sldMk cId="2802868571" sldId="333"/>
            <ac:spMk id="3" creationId="{A71DC470-4BA2-AFAA-1543-2A451D89C85E}"/>
          </ac:spMkLst>
        </pc:spChg>
      </pc:sldChg>
      <pc:sldChg chg="modSp new mod">
        <pc:chgData name="Brigida Reyes" userId="fa9ded72177516ae" providerId="LiveId" clId="{F697C409-150F-4EA1-99A5-AF676A2956D1}" dt="2026-09-07T08:09:52.337" v="596" actId="27636"/>
        <pc:sldMkLst>
          <pc:docMk/>
          <pc:sldMk cId="2056858472" sldId="334"/>
        </pc:sldMkLst>
        <pc:spChg chg="mod">
          <ac:chgData name="Brigida Reyes" userId="fa9ded72177516ae" providerId="LiveId" clId="{F697C409-150F-4EA1-99A5-AF676A2956D1}" dt="2026-09-06T21:54:59.862" v="360"/>
          <ac:spMkLst>
            <pc:docMk/>
            <pc:sldMk cId="2056858472" sldId="334"/>
            <ac:spMk id="2" creationId="{237BBCED-CE08-AB4F-967D-FE83D6B17E54}"/>
          </ac:spMkLst>
        </pc:spChg>
        <pc:spChg chg="mod">
          <ac:chgData name="Brigida Reyes" userId="fa9ded72177516ae" providerId="LiveId" clId="{F697C409-150F-4EA1-99A5-AF676A2956D1}" dt="2026-09-07T08:09:52.337" v="596" actId="27636"/>
          <ac:spMkLst>
            <pc:docMk/>
            <pc:sldMk cId="2056858472" sldId="334"/>
            <ac:spMk id="3" creationId="{EF0682E9-7309-2624-6D72-78FF7398ECE2}"/>
          </ac:spMkLst>
        </pc:spChg>
      </pc:sldChg>
      <pc:sldChg chg="modSp new mod">
        <pc:chgData name="Brigida Reyes" userId="fa9ded72177516ae" providerId="LiveId" clId="{F697C409-150F-4EA1-99A5-AF676A2956D1}" dt="2026-09-07T08:10:26.275" v="601" actId="12"/>
        <pc:sldMkLst>
          <pc:docMk/>
          <pc:sldMk cId="2016490215" sldId="335"/>
        </pc:sldMkLst>
        <pc:spChg chg="mod">
          <ac:chgData name="Brigida Reyes" userId="fa9ded72177516ae" providerId="LiveId" clId="{F697C409-150F-4EA1-99A5-AF676A2956D1}" dt="2026-09-06T21:55:21.402" v="363"/>
          <ac:spMkLst>
            <pc:docMk/>
            <pc:sldMk cId="2016490215" sldId="335"/>
            <ac:spMk id="2" creationId="{105C182A-3A0C-1E33-C3FA-25C77857741F}"/>
          </ac:spMkLst>
        </pc:spChg>
        <pc:spChg chg="mod">
          <ac:chgData name="Brigida Reyes" userId="fa9ded72177516ae" providerId="LiveId" clId="{F697C409-150F-4EA1-99A5-AF676A2956D1}" dt="2026-09-07T08:10:26.275" v="601" actId="12"/>
          <ac:spMkLst>
            <pc:docMk/>
            <pc:sldMk cId="2016490215" sldId="335"/>
            <ac:spMk id="3" creationId="{1861D5D0-6CD9-EE15-2099-FB1818FC1462}"/>
          </ac:spMkLst>
        </pc:spChg>
      </pc:sldChg>
      <pc:sldChg chg="addSp delSp modSp new mod">
        <pc:chgData name="Brigida Reyes" userId="fa9ded72177516ae" providerId="LiveId" clId="{F697C409-150F-4EA1-99A5-AF676A2956D1}" dt="2026-09-07T08:14:05.097" v="638" actId="20577"/>
        <pc:sldMkLst>
          <pc:docMk/>
          <pc:sldMk cId="759935896" sldId="336"/>
        </pc:sldMkLst>
        <pc:spChg chg="mod">
          <ac:chgData name="Brigida Reyes" userId="fa9ded72177516ae" providerId="LiveId" clId="{F697C409-150F-4EA1-99A5-AF676A2956D1}" dt="2026-09-06T21:55:41.851" v="366"/>
          <ac:spMkLst>
            <pc:docMk/>
            <pc:sldMk cId="759935896" sldId="336"/>
            <ac:spMk id="2" creationId="{99167243-E6EC-1368-97A9-CBFEB4ADD24B}"/>
          </ac:spMkLst>
        </pc:spChg>
        <pc:spChg chg="del mod">
          <ac:chgData name="Brigida Reyes" userId="fa9ded72177516ae" providerId="LiveId" clId="{F697C409-150F-4EA1-99A5-AF676A2956D1}" dt="2026-09-07T08:13:29.234" v="631" actId="478"/>
          <ac:spMkLst>
            <pc:docMk/>
            <pc:sldMk cId="759935896" sldId="336"/>
            <ac:spMk id="3" creationId="{AFBA0504-1086-C2EA-DBE9-83BEC55AE86D}"/>
          </ac:spMkLst>
        </pc:spChg>
        <pc:spChg chg="add del mod">
          <ac:chgData name="Brigida Reyes" userId="fa9ded72177516ae" providerId="LiveId" clId="{F697C409-150F-4EA1-99A5-AF676A2956D1}" dt="2026-09-07T08:13:33.247" v="632" actId="478"/>
          <ac:spMkLst>
            <pc:docMk/>
            <pc:sldMk cId="759935896" sldId="336"/>
            <ac:spMk id="8" creationId="{B8C22028-5FA9-0AF9-DF77-37A11513C21F}"/>
          </ac:spMkLst>
        </pc:spChg>
        <pc:graphicFrameChg chg="add del mod modGraphic">
          <ac:chgData name="Brigida Reyes" userId="fa9ded72177516ae" providerId="LiveId" clId="{F697C409-150F-4EA1-99A5-AF676A2956D1}" dt="2026-09-07T08:12:24.800" v="619" actId="478"/>
          <ac:graphicFrameMkLst>
            <pc:docMk/>
            <pc:sldMk cId="759935896" sldId="336"/>
            <ac:graphicFrameMk id="4" creationId="{3CD39F3B-D64B-201B-6A09-56C5573BBDD5}"/>
          </ac:graphicFrameMkLst>
        </pc:graphicFrameChg>
        <pc:graphicFrameChg chg="add mod modGraphic">
          <ac:chgData name="Brigida Reyes" userId="fa9ded72177516ae" providerId="LiveId" clId="{F697C409-150F-4EA1-99A5-AF676A2956D1}" dt="2026-09-07T08:14:05.097" v="638" actId="20577"/>
          <ac:graphicFrameMkLst>
            <pc:docMk/>
            <pc:sldMk cId="759935896" sldId="336"/>
            <ac:graphicFrameMk id="6" creationId="{D25C02FF-D2FB-D8E3-3537-C265A400923A}"/>
          </ac:graphicFrameMkLst>
        </pc:graphicFrameChg>
      </pc:sldChg>
      <pc:sldChg chg="modSp new mod">
        <pc:chgData name="Brigida Reyes" userId="fa9ded72177516ae" providerId="LiveId" clId="{F697C409-150F-4EA1-99A5-AF676A2956D1}" dt="2026-09-07T08:54:59.260" v="878"/>
        <pc:sldMkLst>
          <pc:docMk/>
          <pc:sldMk cId="3479920975" sldId="337"/>
        </pc:sldMkLst>
        <pc:spChg chg="mod">
          <ac:chgData name="Brigida Reyes" userId="fa9ded72177516ae" providerId="LiveId" clId="{F697C409-150F-4EA1-99A5-AF676A2956D1}" dt="2026-09-06T21:56:31.323" v="373"/>
          <ac:spMkLst>
            <pc:docMk/>
            <pc:sldMk cId="3479920975" sldId="337"/>
            <ac:spMk id="2" creationId="{4B83F33E-56D4-7CCC-D293-DB2C10BFDBE6}"/>
          </ac:spMkLst>
        </pc:spChg>
        <pc:spChg chg="mod">
          <ac:chgData name="Brigida Reyes" userId="fa9ded72177516ae" providerId="LiveId" clId="{F697C409-150F-4EA1-99A5-AF676A2956D1}" dt="2026-09-07T08:54:59.260" v="878"/>
          <ac:spMkLst>
            <pc:docMk/>
            <pc:sldMk cId="3479920975" sldId="337"/>
            <ac:spMk id="3" creationId="{3F4C565E-D8D8-BFA2-0E9F-4D5F757C74F8}"/>
          </ac:spMkLst>
        </pc:spChg>
      </pc:sldChg>
      <pc:sldChg chg="addSp delSp modSp new mod setBg">
        <pc:chgData name="Brigida Reyes" userId="fa9ded72177516ae" providerId="LiveId" clId="{F697C409-150F-4EA1-99A5-AF676A2956D1}" dt="2026-09-07T08:50:31.303" v="861" actId="1076"/>
        <pc:sldMkLst>
          <pc:docMk/>
          <pc:sldMk cId="1780842737" sldId="338"/>
        </pc:sldMkLst>
        <pc:spChg chg="mod">
          <ac:chgData name="Brigida Reyes" userId="fa9ded72177516ae" providerId="LiveId" clId="{F697C409-150F-4EA1-99A5-AF676A2956D1}" dt="2026-09-07T08:50:17.514" v="856" actId="26606"/>
          <ac:spMkLst>
            <pc:docMk/>
            <pc:sldMk cId="1780842737" sldId="338"/>
            <ac:spMk id="2" creationId="{86C045D8-708A-956D-76AC-49661EA5CB78}"/>
          </ac:spMkLst>
        </pc:spChg>
        <pc:spChg chg="mod">
          <ac:chgData name="Brigida Reyes" userId="fa9ded72177516ae" providerId="LiveId" clId="{F697C409-150F-4EA1-99A5-AF676A2956D1}" dt="2026-09-07T08:50:25.414" v="859" actId="14100"/>
          <ac:spMkLst>
            <pc:docMk/>
            <pc:sldMk cId="1780842737" sldId="338"/>
            <ac:spMk id="3" creationId="{FAB81DAC-2197-815C-14F2-D3BBF665C4A4}"/>
          </ac:spMkLst>
        </pc:spChg>
        <pc:spChg chg="add del mod">
          <ac:chgData name="Brigida Reyes" userId="fa9ded72177516ae" providerId="LiveId" clId="{F697C409-150F-4EA1-99A5-AF676A2956D1}" dt="2026-09-07T08:18:29.416" v="692" actId="478"/>
          <ac:spMkLst>
            <pc:docMk/>
            <pc:sldMk cId="1780842737" sldId="338"/>
            <ac:spMk id="5" creationId="{31CD09E5-39C8-8971-D43F-BE19FC9A6C45}"/>
          </ac:spMkLst>
        </pc:spChg>
        <pc:spChg chg="add mod">
          <ac:chgData name="Brigida Reyes" userId="fa9ded72177516ae" providerId="LiveId" clId="{F697C409-150F-4EA1-99A5-AF676A2956D1}" dt="2026-09-07T08:50:31.303" v="861" actId="1076"/>
          <ac:spMkLst>
            <pc:docMk/>
            <pc:sldMk cId="1780842737" sldId="338"/>
            <ac:spMk id="5" creationId="{D707307D-0C74-131E-8E4A-D7A81850F35F}"/>
          </ac:spMkLst>
        </pc:spChg>
        <pc:spChg chg="add del mod">
          <ac:chgData name="Brigida Reyes" userId="fa9ded72177516ae" providerId="LiveId" clId="{F697C409-150F-4EA1-99A5-AF676A2956D1}" dt="2026-09-07T08:50:10.166" v="853" actId="21"/>
          <ac:spMkLst>
            <pc:docMk/>
            <pc:sldMk cId="1780842737" sldId="338"/>
            <ac:spMk id="6" creationId="{D4305E4D-EA4C-7252-3B29-A25BC168B7C8}"/>
          </ac:spMkLst>
        </pc:spChg>
        <pc:spChg chg="add del">
          <ac:chgData name="Brigida Reyes" userId="fa9ded72177516ae" providerId="LiveId" clId="{F697C409-150F-4EA1-99A5-AF676A2956D1}" dt="2026-09-07T08:50:17.465" v="855" actId="26606"/>
          <ac:spMkLst>
            <pc:docMk/>
            <pc:sldMk cId="1780842737" sldId="338"/>
            <ac:spMk id="7" creationId="{74CD14DB-BB81-479F-A1FC-1C75640E9F84}"/>
          </ac:spMkLst>
        </pc:spChg>
        <pc:spChg chg="add del">
          <ac:chgData name="Brigida Reyes" userId="fa9ded72177516ae" providerId="LiveId" clId="{F697C409-150F-4EA1-99A5-AF676A2956D1}" dt="2026-09-07T08:50:17.465" v="855" actId="26606"/>
          <ac:spMkLst>
            <pc:docMk/>
            <pc:sldMk cId="1780842737" sldId="338"/>
            <ac:spMk id="10" creationId="{C943A91B-7CA7-4592-A975-73B1BF8C4C74}"/>
          </ac:spMkLst>
        </pc:spChg>
        <pc:spChg chg="add del">
          <ac:chgData name="Brigida Reyes" userId="fa9ded72177516ae" providerId="LiveId" clId="{F697C409-150F-4EA1-99A5-AF676A2956D1}" dt="2026-09-07T08:50:17.465" v="855" actId="26606"/>
          <ac:spMkLst>
            <pc:docMk/>
            <pc:sldMk cId="1780842737" sldId="338"/>
            <ac:spMk id="12" creationId="{EC471314-E46A-414B-8D91-74880E84F187}"/>
          </ac:spMkLst>
        </pc:spChg>
        <pc:spChg chg="add del">
          <ac:chgData name="Brigida Reyes" userId="fa9ded72177516ae" providerId="LiveId" clId="{F697C409-150F-4EA1-99A5-AF676A2956D1}" dt="2026-09-07T08:50:17.465" v="855" actId="26606"/>
          <ac:spMkLst>
            <pc:docMk/>
            <pc:sldMk cId="1780842737" sldId="338"/>
            <ac:spMk id="14" creationId="{6A681326-1C9D-44A3-A627-3871BDAE4127}"/>
          </ac:spMkLst>
        </pc:spChg>
        <pc:spChg chg="add">
          <ac:chgData name="Brigida Reyes" userId="fa9ded72177516ae" providerId="LiveId" clId="{F697C409-150F-4EA1-99A5-AF676A2956D1}" dt="2026-09-07T08:50:17.514" v="856" actId="26606"/>
          <ac:spMkLst>
            <pc:docMk/>
            <pc:sldMk cId="1780842737" sldId="338"/>
            <ac:spMk id="16" creationId="{20331F6A-DA09-422D-8CED-00C0B458583E}"/>
          </ac:spMkLst>
        </pc:spChg>
        <pc:spChg chg="add">
          <ac:chgData name="Brigida Reyes" userId="fa9ded72177516ae" providerId="LiveId" clId="{F697C409-150F-4EA1-99A5-AF676A2956D1}" dt="2026-09-07T08:50:17.514" v="856" actId="26606"/>
          <ac:spMkLst>
            <pc:docMk/>
            <pc:sldMk cId="1780842737" sldId="338"/>
            <ac:spMk id="17" creationId="{107C2F65-00C4-451C-8BFA-E765DEC17168}"/>
          </ac:spMkLst>
        </pc:spChg>
        <pc:spChg chg="add">
          <ac:chgData name="Brigida Reyes" userId="fa9ded72177516ae" providerId="LiveId" clId="{F697C409-150F-4EA1-99A5-AF676A2956D1}" dt="2026-09-07T08:50:17.514" v="856" actId="26606"/>
          <ac:spMkLst>
            <pc:docMk/>
            <pc:sldMk cId="1780842737" sldId="338"/>
            <ac:spMk id="18" creationId="{50DDF752-B2A6-49DC-B474-8E1F71AFF1DF}"/>
          </ac:spMkLst>
        </pc:spChg>
        <pc:graphicFrameChg chg="add del">
          <ac:chgData name="Brigida Reyes" userId="fa9ded72177516ae" providerId="LiveId" clId="{F697C409-150F-4EA1-99A5-AF676A2956D1}" dt="2026-09-07T08:50:01.903" v="852" actId="26606"/>
          <ac:graphicFrameMkLst>
            <pc:docMk/>
            <pc:sldMk cId="1780842737" sldId="338"/>
            <ac:graphicFrameMk id="8" creationId="{B454C1BC-701E-6740-35E7-C8189EA475BF}"/>
          </ac:graphicFrameMkLst>
        </pc:graphicFrameChg>
      </pc:sldChg>
      <pc:sldChg chg="modSp new mod">
        <pc:chgData name="Brigida Reyes" userId="fa9ded72177516ae" providerId="LiveId" clId="{F697C409-150F-4EA1-99A5-AF676A2956D1}" dt="2026-09-07T08:19:16.703" v="701" actId="15"/>
        <pc:sldMkLst>
          <pc:docMk/>
          <pc:sldMk cId="372495069" sldId="339"/>
        </pc:sldMkLst>
        <pc:spChg chg="mod">
          <ac:chgData name="Brigida Reyes" userId="fa9ded72177516ae" providerId="LiveId" clId="{F697C409-150F-4EA1-99A5-AF676A2956D1}" dt="2026-09-06T21:58:53.234" v="384"/>
          <ac:spMkLst>
            <pc:docMk/>
            <pc:sldMk cId="372495069" sldId="339"/>
            <ac:spMk id="2" creationId="{23821A2D-98D4-286F-ABAD-566BB2F3C21E}"/>
          </ac:spMkLst>
        </pc:spChg>
        <pc:spChg chg="mod">
          <ac:chgData name="Brigida Reyes" userId="fa9ded72177516ae" providerId="LiveId" clId="{F697C409-150F-4EA1-99A5-AF676A2956D1}" dt="2026-09-07T08:19:16.703" v="701" actId="15"/>
          <ac:spMkLst>
            <pc:docMk/>
            <pc:sldMk cId="372495069" sldId="339"/>
            <ac:spMk id="3" creationId="{65400AF7-E1C7-056F-8421-D3B633D9C679}"/>
          </ac:spMkLst>
        </pc:spChg>
      </pc:sldChg>
      <pc:sldChg chg="modSp new mod">
        <pc:chgData name="Brigida Reyes" userId="fa9ded72177516ae" providerId="LiveId" clId="{F697C409-150F-4EA1-99A5-AF676A2956D1}" dt="2026-09-07T08:20:00.269" v="707" actId="15"/>
        <pc:sldMkLst>
          <pc:docMk/>
          <pc:sldMk cId="2662125502" sldId="340"/>
        </pc:sldMkLst>
        <pc:spChg chg="mod">
          <ac:chgData name="Brigida Reyes" userId="fa9ded72177516ae" providerId="LiveId" clId="{F697C409-150F-4EA1-99A5-AF676A2956D1}" dt="2026-09-07T08:19:44.699" v="703"/>
          <ac:spMkLst>
            <pc:docMk/>
            <pc:sldMk cId="2662125502" sldId="340"/>
            <ac:spMk id="2" creationId="{CCF0FC35-57AB-B832-8852-E99515C47046}"/>
          </ac:spMkLst>
        </pc:spChg>
        <pc:spChg chg="mod">
          <ac:chgData name="Brigida Reyes" userId="fa9ded72177516ae" providerId="LiveId" clId="{F697C409-150F-4EA1-99A5-AF676A2956D1}" dt="2026-09-07T08:20:00.269" v="707" actId="15"/>
          <ac:spMkLst>
            <pc:docMk/>
            <pc:sldMk cId="2662125502" sldId="340"/>
            <ac:spMk id="3" creationId="{A114A0D4-C9A0-5338-8495-B6F3628AD758}"/>
          </ac:spMkLst>
        </pc:spChg>
      </pc:sldChg>
      <pc:sldChg chg="modSp new del mod ord">
        <pc:chgData name="Brigida Reyes" userId="fa9ded72177516ae" providerId="LiveId" clId="{F697C409-150F-4EA1-99A5-AF676A2956D1}" dt="2026-09-07T08:22:45.757" v="720" actId="2696"/>
        <pc:sldMkLst>
          <pc:docMk/>
          <pc:sldMk cId="4093804693" sldId="341"/>
        </pc:sldMkLst>
        <pc:spChg chg="mod">
          <ac:chgData name="Brigida Reyes" userId="fa9ded72177516ae" providerId="LiveId" clId="{F697C409-150F-4EA1-99A5-AF676A2956D1}" dt="2026-09-06T21:59:29.476" v="397"/>
          <ac:spMkLst>
            <pc:docMk/>
            <pc:sldMk cId="4093804693" sldId="341"/>
            <ac:spMk id="2" creationId="{B201A216-2ED2-8B03-D259-79B23A25C8FE}"/>
          </ac:spMkLst>
        </pc:spChg>
        <pc:spChg chg="mod">
          <ac:chgData name="Brigida Reyes" userId="fa9ded72177516ae" providerId="LiveId" clId="{F697C409-150F-4EA1-99A5-AF676A2956D1}" dt="2026-09-07T08:21:29.148" v="719" actId="15"/>
          <ac:spMkLst>
            <pc:docMk/>
            <pc:sldMk cId="4093804693" sldId="341"/>
            <ac:spMk id="3" creationId="{832060FA-F446-F951-9586-E3BC66F92FDC}"/>
          </ac:spMkLst>
        </pc:spChg>
      </pc:sldChg>
      <pc:sldChg chg="modSp new mod ord">
        <pc:chgData name="Brigida Reyes" userId="fa9ded72177516ae" providerId="LiveId" clId="{F697C409-150F-4EA1-99A5-AF676A2956D1}" dt="2026-09-07T08:28:22.641" v="797" actId="404"/>
        <pc:sldMkLst>
          <pc:docMk/>
          <pc:sldMk cId="3532091126" sldId="342"/>
        </pc:sldMkLst>
        <pc:spChg chg="mod">
          <ac:chgData name="Brigida Reyes" userId="fa9ded72177516ae" providerId="LiveId" clId="{F697C409-150F-4EA1-99A5-AF676A2956D1}" dt="2026-09-07T08:16:11.693" v="650" actId="20577"/>
          <ac:spMkLst>
            <pc:docMk/>
            <pc:sldMk cId="3532091126" sldId="342"/>
            <ac:spMk id="2" creationId="{BCA77735-8834-2CC4-DE19-596DD2D24719}"/>
          </ac:spMkLst>
        </pc:spChg>
        <pc:spChg chg="mod">
          <ac:chgData name="Brigida Reyes" userId="fa9ded72177516ae" providerId="LiveId" clId="{F697C409-150F-4EA1-99A5-AF676A2956D1}" dt="2026-09-07T08:28:22.641" v="797" actId="404"/>
          <ac:spMkLst>
            <pc:docMk/>
            <pc:sldMk cId="3532091126" sldId="342"/>
            <ac:spMk id="3" creationId="{3260C6A2-E0F2-2B43-AFED-63332FED84FD}"/>
          </ac:spMkLst>
        </pc:spChg>
      </pc:sldChg>
      <pc:sldChg chg="modSp new mod ord">
        <pc:chgData name="Brigida Reyes" userId="fa9ded72177516ae" providerId="LiveId" clId="{F697C409-150F-4EA1-99A5-AF676A2956D1}" dt="2026-09-07T08:55:26.445" v="879" actId="207"/>
        <pc:sldMkLst>
          <pc:docMk/>
          <pc:sldMk cId="4043049514" sldId="343"/>
        </pc:sldMkLst>
        <pc:spChg chg="mod">
          <ac:chgData name="Brigida Reyes" userId="fa9ded72177516ae" providerId="LiveId" clId="{F697C409-150F-4EA1-99A5-AF676A2956D1}" dt="2026-09-07T08:23:51.788" v="733" actId="6549"/>
          <ac:spMkLst>
            <pc:docMk/>
            <pc:sldMk cId="4043049514" sldId="343"/>
            <ac:spMk id="2" creationId="{A50E3146-71E3-8F8B-7D56-8DFB0539D5B5}"/>
          </ac:spMkLst>
        </pc:spChg>
        <pc:spChg chg="mod">
          <ac:chgData name="Brigida Reyes" userId="fa9ded72177516ae" providerId="LiveId" clId="{F697C409-150F-4EA1-99A5-AF676A2956D1}" dt="2026-09-07T08:55:26.445" v="879" actId="207"/>
          <ac:spMkLst>
            <pc:docMk/>
            <pc:sldMk cId="4043049514" sldId="343"/>
            <ac:spMk id="3" creationId="{124040A1-8268-EFCA-7D6E-6B64C0291B77}"/>
          </ac:spMkLst>
        </pc:spChg>
      </pc:sldChg>
      <pc:sldChg chg="modSp new mod ord">
        <pc:chgData name="Brigida Reyes" userId="fa9ded72177516ae" providerId="LiveId" clId="{F697C409-150F-4EA1-99A5-AF676A2956D1}" dt="2026-09-07T08:25:46.109" v="752" actId="12"/>
        <pc:sldMkLst>
          <pc:docMk/>
          <pc:sldMk cId="2499643247" sldId="344"/>
        </pc:sldMkLst>
        <pc:spChg chg="mod">
          <ac:chgData name="Brigida Reyes" userId="fa9ded72177516ae" providerId="LiveId" clId="{F697C409-150F-4EA1-99A5-AF676A2956D1}" dt="2026-09-07T08:16:00.788" v="647" actId="20577"/>
          <ac:spMkLst>
            <pc:docMk/>
            <pc:sldMk cId="2499643247" sldId="344"/>
            <ac:spMk id="2" creationId="{B05CD60E-0EF1-09BF-8C8E-069873269961}"/>
          </ac:spMkLst>
        </pc:spChg>
        <pc:spChg chg="mod">
          <ac:chgData name="Brigida Reyes" userId="fa9ded72177516ae" providerId="LiveId" clId="{F697C409-150F-4EA1-99A5-AF676A2956D1}" dt="2026-09-07T08:25:46.109" v="752" actId="12"/>
          <ac:spMkLst>
            <pc:docMk/>
            <pc:sldMk cId="2499643247" sldId="344"/>
            <ac:spMk id="3" creationId="{DE79227A-A81E-8B13-1FBA-91837DA2ECEA}"/>
          </ac:spMkLst>
        </pc:spChg>
      </pc:sldChg>
      <pc:sldChg chg="modSp new mod ord">
        <pc:chgData name="Brigida Reyes" userId="fa9ded72177516ae" providerId="LiveId" clId="{F697C409-150F-4EA1-99A5-AF676A2956D1}" dt="2026-09-07T08:27:06.491" v="776" actId="15"/>
        <pc:sldMkLst>
          <pc:docMk/>
          <pc:sldMk cId="2477112719" sldId="345"/>
        </pc:sldMkLst>
        <pc:spChg chg="mod">
          <ac:chgData name="Brigida Reyes" userId="fa9ded72177516ae" providerId="LiveId" clId="{F697C409-150F-4EA1-99A5-AF676A2956D1}" dt="2026-09-07T08:26:46.110" v="774" actId="5793"/>
          <ac:spMkLst>
            <pc:docMk/>
            <pc:sldMk cId="2477112719" sldId="345"/>
            <ac:spMk id="2" creationId="{DE567FD7-41AF-6DC2-CE40-C9EA308C6C42}"/>
          </ac:spMkLst>
        </pc:spChg>
        <pc:spChg chg="mod">
          <ac:chgData name="Brigida Reyes" userId="fa9ded72177516ae" providerId="LiveId" clId="{F697C409-150F-4EA1-99A5-AF676A2956D1}" dt="2026-09-07T08:27:06.491" v="776" actId="15"/>
          <ac:spMkLst>
            <pc:docMk/>
            <pc:sldMk cId="2477112719" sldId="345"/>
            <ac:spMk id="3" creationId="{E78AC17E-7FAE-D7F6-B209-21D729980839}"/>
          </ac:spMkLst>
        </pc:spChg>
      </pc:sldChg>
      <pc:sldChg chg="addSp modSp new mod ord">
        <pc:chgData name="Brigida Reyes" userId="fa9ded72177516ae" providerId="LiveId" clId="{F697C409-150F-4EA1-99A5-AF676A2956D1}" dt="2026-09-07T08:56:42.583" v="891" actId="13822"/>
        <pc:sldMkLst>
          <pc:docMk/>
          <pc:sldMk cId="374722379" sldId="346"/>
        </pc:sldMkLst>
        <pc:spChg chg="mod">
          <ac:chgData name="Brigida Reyes" userId="fa9ded72177516ae" providerId="LiveId" clId="{F697C409-150F-4EA1-99A5-AF676A2956D1}" dt="2026-09-06T22:02:09.571" v="424"/>
          <ac:spMkLst>
            <pc:docMk/>
            <pc:sldMk cId="374722379" sldId="346"/>
            <ac:spMk id="2" creationId="{B55CE390-8D82-5B29-34E6-295F2E81BC63}"/>
          </ac:spMkLst>
        </pc:spChg>
        <pc:spChg chg="mod">
          <ac:chgData name="Brigida Reyes" userId="fa9ded72177516ae" providerId="LiveId" clId="{F697C409-150F-4EA1-99A5-AF676A2956D1}" dt="2026-09-07T08:56:30.476" v="885" actId="13822"/>
          <ac:spMkLst>
            <pc:docMk/>
            <pc:sldMk cId="374722379" sldId="346"/>
            <ac:spMk id="3" creationId="{9C643DF1-4F37-F6E4-3BE4-4C72F4070931}"/>
          </ac:spMkLst>
        </pc:spChg>
        <pc:spChg chg="add mod">
          <ac:chgData name="Brigida Reyes" userId="fa9ded72177516ae" providerId="LiveId" clId="{F697C409-150F-4EA1-99A5-AF676A2956D1}" dt="2026-09-07T08:56:42.583" v="891" actId="13822"/>
          <ac:spMkLst>
            <pc:docMk/>
            <pc:sldMk cId="374722379" sldId="346"/>
            <ac:spMk id="4" creationId="{1645D7F9-3900-B035-2734-2F6194085AFF}"/>
          </ac:spMkLst>
        </pc:spChg>
      </pc:sldChg>
      <pc:sldChg chg="addSp delSp modSp new mod setBg">
        <pc:chgData name="Brigida Reyes" userId="fa9ded72177516ae" providerId="LiveId" clId="{F697C409-150F-4EA1-99A5-AF676A2956D1}" dt="2026-09-07T08:46:53.710" v="850" actId="403"/>
        <pc:sldMkLst>
          <pc:docMk/>
          <pc:sldMk cId="3239447923" sldId="347"/>
        </pc:sldMkLst>
        <pc:spChg chg="mod">
          <ac:chgData name="Brigida Reyes" userId="fa9ded72177516ae" providerId="LiveId" clId="{F697C409-150F-4EA1-99A5-AF676A2956D1}" dt="2026-09-07T08:46:30.353" v="845" actId="26606"/>
          <ac:spMkLst>
            <pc:docMk/>
            <pc:sldMk cId="3239447923" sldId="347"/>
            <ac:spMk id="2" creationId="{0D5CBF40-54BB-7573-AB66-65F78E057D72}"/>
          </ac:spMkLst>
        </pc:spChg>
        <pc:spChg chg="mod">
          <ac:chgData name="Brigida Reyes" userId="fa9ded72177516ae" providerId="LiveId" clId="{F697C409-150F-4EA1-99A5-AF676A2956D1}" dt="2026-09-07T08:46:53.710" v="850" actId="403"/>
          <ac:spMkLst>
            <pc:docMk/>
            <pc:sldMk cId="3239447923" sldId="347"/>
            <ac:spMk id="3" creationId="{DB964FF9-26C2-DAFE-F973-B40EFEAAF72C}"/>
          </ac:spMkLst>
        </pc:spChg>
        <pc:spChg chg="add">
          <ac:chgData name="Brigida Reyes" userId="fa9ded72177516ae" providerId="LiveId" clId="{F697C409-150F-4EA1-99A5-AF676A2956D1}" dt="2026-09-07T08:46:30.353" v="845" actId="26606"/>
          <ac:spMkLst>
            <pc:docMk/>
            <pc:sldMk cId="3239447923" sldId="347"/>
            <ac:spMk id="5" creationId="{20331F6A-DA09-422D-8CED-00C0B458583E}"/>
          </ac:spMkLst>
        </pc:spChg>
        <pc:spChg chg="add">
          <ac:chgData name="Brigida Reyes" userId="fa9ded72177516ae" providerId="LiveId" clId="{F697C409-150F-4EA1-99A5-AF676A2956D1}" dt="2026-09-07T08:46:30.353" v="845" actId="26606"/>
          <ac:spMkLst>
            <pc:docMk/>
            <pc:sldMk cId="3239447923" sldId="347"/>
            <ac:spMk id="6" creationId="{107C2F65-00C4-451C-8BFA-E765DEC17168}"/>
          </ac:spMkLst>
        </pc:spChg>
        <pc:spChg chg="add">
          <ac:chgData name="Brigida Reyes" userId="fa9ded72177516ae" providerId="LiveId" clId="{F697C409-150F-4EA1-99A5-AF676A2956D1}" dt="2026-09-07T08:46:30.353" v="845" actId="26606"/>
          <ac:spMkLst>
            <pc:docMk/>
            <pc:sldMk cId="3239447923" sldId="347"/>
            <ac:spMk id="7" creationId="{50DDF752-B2A6-49DC-B474-8E1F71AFF1DF}"/>
          </ac:spMkLst>
        </pc:spChg>
        <pc:spChg chg="add del">
          <ac:chgData name="Brigida Reyes" userId="fa9ded72177516ae" providerId="LiveId" clId="{F697C409-150F-4EA1-99A5-AF676A2956D1}" dt="2026-09-07T08:46:11.152" v="844" actId="26606"/>
          <ac:spMkLst>
            <pc:docMk/>
            <pc:sldMk cId="3239447923" sldId="347"/>
            <ac:spMk id="8" creationId="{74CD14DB-BB81-479F-A1FC-1C75640E9F84}"/>
          </ac:spMkLst>
        </pc:spChg>
        <pc:spChg chg="add del">
          <ac:chgData name="Brigida Reyes" userId="fa9ded72177516ae" providerId="LiveId" clId="{F697C409-150F-4EA1-99A5-AF676A2956D1}" dt="2026-09-07T08:46:11.152" v="844" actId="26606"/>
          <ac:spMkLst>
            <pc:docMk/>
            <pc:sldMk cId="3239447923" sldId="347"/>
            <ac:spMk id="10" creationId="{C943A91B-7CA7-4592-A975-73B1BF8C4C74}"/>
          </ac:spMkLst>
        </pc:spChg>
        <pc:spChg chg="add del">
          <ac:chgData name="Brigida Reyes" userId="fa9ded72177516ae" providerId="LiveId" clId="{F697C409-150F-4EA1-99A5-AF676A2956D1}" dt="2026-09-07T08:46:11.152" v="844" actId="26606"/>
          <ac:spMkLst>
            <pc:docMk/>
            <pc:sldMk cId="3239447923" sldId="347"/>
            <ac:spMk id="12" creationId="{EC471314-E46A-414B-8D91-74880E84F187}"/>
          </ac:spMkLst>
        </pc:spChg>
        <pc:spChg chg="add del">
          <ac:chgData name="Brigida Reyes" userId="fa9ded72177516ae" providerId="LiveId" clId="{F697C409-150F-4EA1-99A5-AF676A2956D1}" dt="2026-09-07T08:46:11.152" v="844" actId="26606"/>
          <ac:spMkLst>
            <pc:docMk/>
            <pc:sldMk cId="3239447923" sldId="347"/>
            <ac:spMk id="14" creationId="{6A681326-1C9D-44A3-A627-3871BDAE4127}"/>
          </ac:spMkLst>
        </pc:spChg>
      </pc:sldChg>
      <pc:sldChg chg="modSp new mod">
        <pc:chgData name="Brigida Reyes" userId="fa9ded72177516ae" providerId="LiveId" clId="{F697C409-150F-4EA1-99A5-AF676A2956D1}" dt="2026-09-07T08:57:33.716" v="895" actId="15"/>
        <pc:sldMkLst>
          <pc:docMk/>
          <pc:sldMk cId="1094310596" sldId="348"/>
        </pc:sldMkLst>
        <pc:spChg chg="mod">
          <ac:chgData name="Brigida Reyes" userId="fa9ded72177516ae" providerId="LiveId" clId="{F697C409-150F-4EA1-99A5-AF676A2956D1}" dt="2026-09-06T22:03:35.721" v="433"/>
          <ac:spMkLst>
            <pc:docMk/>
            <pc:sldMk cId="1094310596" sldId="348"/>
            <ac:spMk id="2" creationId="{D9BF69A6-ABC8-7285-45BB-F78ACF134293}"/>
          </ac:spMkLst>
        </pc:spChg>
        <pc:spChg chg="mod">
          <ac:chgData name="Brigida Reyes" userId="fa9ded72177516ae" providerId="LiveId" clId="{F697C409-150F-4EA1-99A5-AF676A2956D1}" dt="2026-09-07T08:57:33.716" v="895" actId="15"/>
          <ac:spMkLst>
            <pc:docMk/>
            <pc:sldMk cId="1094310596" sldId="348"/>
            <ac:spMk id="3" creationId="{680CBC05-A83E-B2BF-6E02-408BB87BADA8}"/>
          </ac:spMkLst>
        </pc:spChg>
      </pc:sldChg>
      <pc:sldChg chg="modSp new del mod">
        <pc:chgData name="Brigida Reyes" userId="fa9ded72177516ae" providerId="LiveId" clId="{F697C409-150F-4EA1-99A5-AF676A2956D1}" dt="2026-09-07T08:57:37.180" v="896" actId="2696"/>
        <pc:sldMkLst>
          <pc:docMk/>
          <pc:sldMk cId="3710751614" sldId="349"/>
        </pc:sldMkLst>
        <pc:spChg chg="mod">
          <ac:chgData name="Brigida Reyes" userId="fa9ded72177516ae" providerId="LiveId" clId="{F697C409-150F-4EA1-99A5-AF676A2956D1}" dt="2026-09-07T08:32:16.580" v="826" actId="5793"/>
          <ac:spMkLst>
            <pc:docMk/>
            <pc:sldMk cId="3710751614" sldId="349"/>
            <ac:spMk id="2" creationId="{7BA0841F-FDEA-BE3A-0385-281E6D7C2A82}"/>
          </ac:spMkLst>
        </pc:spChg>
        <pc:spChg chg="mod">
          <ac:chgData name="Brigida Reyes" userId="fa9ded72177516ae" providerId="LiveId" clId="{F697C409-150F-4EA1-99A5-AF676A2956D1}" dt="2026-09-07T08:34:06.020" v="836" actId="27636"/>
          <ac:spMkLst>
            <pc:docMk/>
            <pc:sldMk cId="3710751614" sldId="349"/>
            <ac:spMk id="3" creationId="{66D1AEA7-C31C-049B-2646-A73859A4188B}"/>
          </ac:spMkLst>
        </pc:spChg>
      </pc:sldChg>
      <pc:sldChg chg="modSp new mod">
        <pc:chgData name="Brigida Reyes" userId="fa9ded72177516ae" providerId="LiveId" clId="{F697C409-150F-4EA1-99A5-AF676A2956D1}" dt="2026-09-07T08:57:45.086" v="899" actId="14100"/>
        <pc:sldMkLst>
          <pc:docMk/>
          <pc:sldMk cId="2185801944" sldId="350"/>
        </pc:sldMkLst>
        <pc:spChg chg="mod">
          <ac:chgData name="Brigida Reyes" userId="fa9ded72177516ae" providerId="LiveId" clId="{F697C409-150F-4EA1-99A5-AF676A2956D1}" dt="2026-09-06T22:04:20.311" v="444"/>
          <ac:spMkLst>
            <pc:docMk/>
            <pc:sldMk cId="2185801944" sldId="350"/>
            <ac:spMk id="2" creationId="{9BA6E215-4974-5A0A-61D3-D94FE8155E51}"/>
          </ac:spMkLst>
        </pc:spChg>
        <pc:spChg chg="mod">
          <ac:chgData name="Brigida Reyes" userId="fa9ded72177516ae" providerId="LiveId" clId="{F697C409-150F-4EA1-99A5-AF676A2956D1}" dt="2026-09-07T08:57:45.086" v="899" actId="14100"/>
          <ac:spMkLst>
            <pc:docMk/>
            <pc:sldMk cId="2185801944" sldId="350"/>
            <ac:spMk id="3" creationId="{5AC2B11D-F275-123C-8701-D5DDAFD00354}"/>
          </ac:spMkLst>
        </pc:spChg>
      </pc:sldChg>
      <pc:sldChg chg="addSp modSp new mod">
        <pc:chgData name="Brigida Reyes" userId="fa9ded72177516ae" providerId="LiveId" clId="{F697C409-150F-4EA1-99A5-AF676A2956D1}" dt="2026-09-07T09:00:21.692" v="919" actId="12"/>
        <pc:sldMkLst>
          <pc:docMk/>
          <pc:sldMk cId="3336916939" sldId="351"/>
        </pc:sldMkLst>
        <pc:spChg chg="mod">
          <ac:chgData name="Brigida Reyes" userId="fa9ded72177516ae" providerId="LiveId" clId="{F697C409-150F-4EA1-99A5-AF676A2956D1}" dt="2026-09-06T22:05:30.416" v="450"/>
          <ac:spMkLst>
            <pc:docMk/>
            <pc:sldMk cId="3336916939" sldId="351"/>
            <ac:spMk id="2" creationId="{E70124A8-E010-E0EB-143C-58A2E2113800}"/>
          </ac:spMkLst>
        </pc:spChg>
        <pc:spChg chg="mod">
          <ac:chgData name="Brigida Reyes" userId="fa9ded72177516ae" providerId="LiveId" clId="{F697C409-150F-4EA1-99A5-AF676A2956D1}" dt="2026-09-07T09:00:21.692" v="919" actId="12"/>
          <ac:spMkLst>
            <pc:docMk/>
            <pc:sldMk cId="3336916939" sldId="351"/>
            <ac:spMk id="3" creationId="{90B8DDA8-8B94-F18D-7B48-7E8C06E2CBE9}"/>
          </ac:spMkLst>
        </pc:spChg>
        <pc:spChg chg="add mod">
          <ac:chgData name="Brigida Reyes" userId="fa9ded72177516ae" providerId="LiveId" clId="{F697C409-150F-4EA1-99A5-AF676A2956D1}" dt="2026-09-07T08:59:55.003" v="916" actId="12"/>
          <ac:spMkLst>
            <pc:docMk/>
            <pc:sldMk cId="3336916939" sldId="351"/>
            <ac:spMk id="4" creationId="{B7297347-EC5E-1EAF-BAD6-7AFF3FF02353}"/>
          </ac:spMkLst>
        </pc:spChg>
      </pc:sldChg>
      <pc:sldChg chg="modSp new mod">
        <pc:chgData name="Brigida Reyes" userId="fa9ded72177516ae" providerId="LiveId" clId="{F697C409-150F-4EA1-99A5-AF676A2956D1}" dt="2026-09-07T09:01:07.744" v="928" actId="27636"/>
        <pc:sldMkLst>
          <pc:docMk/>
          <pc:sldMk cId="195153301" sldId="352"/>
        </pc:sldMkLst>
        <pc:spChg chg="mod">
          <ac:chgData name="Brigida Reyes" userId="fa9ded72177516ae" providerId="LiveId" clId="{F697C409-150F-4EA1-99A5-AF676A2956D1}" dt="2026-09-06T22:06:38.652" v="455"/>
          <ac:spMkLst>
            <pc:docMk/>
            <pc:sldMk cId="195153301" sldId="352"/>
            <ac:spMk id="2" creationId="{1050112A-6170-CBD8-A155-C880182CEBB1}"/>
          </ac:spMkLst>
        </pc:spChg>
        <pc:spChg chg="mod">
          <ac:chgData name="Brigida Reyes" userId="fa9ded72177516ae" providerId="LiveId" clId="{F697C409-150F-4EA1-99A5-AF676A2956D1}" dt="2026-09-07T09:01:07.744" v="928" actId="27636"/>
          <ac:spMkLst>
            <pc:docMk/>
            <pc:sldMk cId="195153301" sldId="352"/>
            <ac:spMk id="3" creationId="{97ED0FA5-CD35-3190-0C67-D3BA446CF67C}"/>
          </ac:spMkLst>
        </pc:spChg>
      </pc:sldChg>
      <pc:sldChg chg="modSp new mod">
        <pc:chgData name="Brigida Reyes" userId="fa9ded72177516ae" providerId="LiveId" clId="{F697C409-150F-4EA1-99A5-AF676A2956D1}" dt="2026-09-07T09:03:45.613" v="947" actId="14100"/>
        <pc:sldMkLst>
          <pc:docMk/>
          <pc:sldMk cId="1189416729" sldId="353"/>
        </pc:sldMkLst>
        <pc:spChg chg="mod">
          <ac:chgData name="Brigida Reyes" userId="fa9ded72177516ae" providerId="LiveId" clId="{F697C409-150F-4EA1-99A5-AF676A2956D1}" dt="2026-09-06T22:07:18.879" v="460"/>
          <ac:spMkLst>
            <pc:docMk/>
            <pc:sldMk cId="1189416729" sldId="353"/>
            <ac:spMk id="2" creationId="{F86D018D-D722-81DC-1C7E-8AC0C36DF654}"/>
          </ac:spMkLst>
        </pc:spChg>
        <pc:spChg chg="mod">
          <ac:chgData name="Brigida Reyes" userId="fa9ded72177516ae" providerId="LiveId" clId="{F697C409-150F-4EA1-99A5-AF676A2956D1}" dt="2026-09-07T09:03:45.613" v="947" actId="14100"/>
          <ac:spMkLst>
            <pc:docMk/>
            <pc:sldMk cId="1189416729" sldId="353"/>
            <ac:spMk id="3" creationId="{40F3DCB8-E644-64BA-8587-865FC1713702}"/>
          </ac:spMkLst>
        </pc:spChg>
      </pc:sldChg>
      <pc:sldChg chg="addSp modSp new del mod setBg">
        <pc:chgData name="Brigida Reyes" userId="fa9ded72177516ae" providerId="LiveId" clId="{F697C409-150F-4EA1-99A5-AF676A2956D1}" dt="2026-09-07T08:58:27.010" v="900" actId="2696"/>
        <pc:sldMkLst>
          <pc:docMk/>
          <pc:sldMk cId="82964167" sldId="354"/>
        </pc:sldMkLst>
        <pc:spChg chg="add">
          <ac:chgData name="Brigida Reyes" userId="fa9ded72177516ae" providerId="LiveId" clId="{F697C409-150F-4EA1-99A5-AF676A2956D1}" dt="2026-09-07T08:35:40.925" v="842" actId="26606"/>
          <ac:spMkLst>
            <pc:docMk/>
            <pc:sldMk cId="82964167" sldId="354"/>
            <ac:spMk id="7" creationId="{DFB3CEA1-88D9-42FB-88ED-1E9807FE6596}"/>
          </ac:spMkLst>
        </pc:spChg>
        <pc:spChg chg="add">
          <ac:chgData name="Brigida Reyes" userId="fa9ded72177516ae" providerId="LiveId" clId="{F697C409-150F-4EA1-99A5-AF676A2956D1}" dt="2026-09-07T08:35:40.925" v="842" actId="26606"/>
          <ac:spMkLst>
            <pc:docMk/>
            <pc:sldMk cId="82964167" sldId="354"/>
            <ac:spMk id="9" creationId="{9A6C928E-4252-4F33-8C34-E50A12A3170B}"/>
          </ac:spMkLst>
        </pc:spChg>
        <pc:graphicFrameChg chg="add mod">
          <ac:chgData name="Brigida Reyes" userId="fa9ded72177516ae" providerId="LiveId" clId="{F697C409-150F-4EA1-99A5-AF676A2956D1}" dt="2026-09-07T08:35:40.925" v="842" actId="26606"/>
          <ac:graphicFrameMkLst>
            <pc:docMk/>
            <pc:sldMk cId="82964167" sldId="354"/>
            <ac:graphicFrameMk id="2" creationId="{AE4A293C-A2D8-AB97-0A3F-90871FA7EF79}"/>
          </ac:graphicFrameMkLst>
        </pc:graphicFrameChg>
      </pc:sldChg>
      <pc:sldChg chg="modSp new del mod">
        <pc:chgData name="Brigida Reyes" userId="fa9ded72177516ae" providerId="LiveId" clId="{F697C409-150F-4EA1-99A5-AF676A2956D1}" dt="2026-09-07T09:04:18.823" v="948" actId="2696"/>
        <pc:sldMkLst>
          <pc:docMk/>
          <pc:sldMk cId="656889554" sldId="355"/>
        </pc:sldMkLst>
        <pc:spChg chg="mod">
          <ac:chgData name="Brigida Reyes" userId="fa9ded72177516ae" providerId="LiveId" clId="{F697C409-150F-4EA1-99A5-AF676A2956D1}" dt="2026-09-06T22:07:45.587" v="469"/>
          <ac:spMkLst>
            <pc:docMk/>
            <pc:sldMk cId="656889554" sldId="355"/>
            <ac:spMk id="2" creationId="{23DC7721-A403-69B5-CE1B-FE0618F8DA54}"/>
          </ac:spMkLst>
        </pc:spChg>
        <pc:spChg chg="mod">
          <ac:chgData name="Brigida Reyes" userId="fa9ded72177516ae" providerId="LiveId" clId="{F697C409-150F-4EA1-99A5-AF676A2956D1}" dt="2026-09-06T22:07:43.718" v="468" actId="27636"/>
          <ac:spMkLst>
            <pc:docMk/>
            <pc:sldMk cId="656889554" sldId="355"/>
            <ac:spMk id="3" creationId="{ACB8E957-205D-7DAA-088E-8B2A23A31674}"/>
          </ac:spMkLst>
        </pc:spChg>
      </pc:sldChg>
      <pc:sldChg chg="modSp new del mod">
        <pc:chgData name="Brigida Reyes" userId="fa9ded72177516ae" providerId="LiveId" clId="{F697C409-150F-4EA1-99A5-AF676A2956D1}" dt="2026-09-07T09:04:20.001" v="949" actId="2696"/>
        <pc:sldMkLst>
          <pc:docMk/>
          <pc:sldMk cId="3091739777" sldId="356"/>
        </pc:sldMkLst>
        <pc:spChg chg="mod">
          <ac:chgData name="Brigida Reyes" userId="fa9ded72177516ae" providerId="LiveId" clId="{F697C409-150F-4EA1-99A5-AF676A2956D1}" dt="2026-09-06T22:08:04.056" v="474"/>
          <ac:spMkLst>
            <pc:docMk/>
            <pc:sldMk cId="3091739777" sldId="356"/>
            <ac:spMk id="2" creationId="{0C407A39-356A-442B-E823-60CCBFF7918B}"/>
          </ac:spMkLst>
        </pc:spChg>
        <pc:spChg chg="mod">
          <ac:chgData name="Brigida Reyes" userId="fa9ded72177516ae" providerId="LiveId" clId="{F697C409-150F-4EA1-99A5-AF676A2956D1}" dt="2026-09-06T22:08:02.309" v="473" actId="27636"/>
          <ac:spMkLst>
            <pc:docMk/>
            <pc:sldMk cId="3091739777" sldId="356"/>
            <ac:spMk id="3" creationId="{0E0923B9-2B2F-DFC6-F165-02471311FE07}"/>
          </ac:spMkLst>
        </pc:spChg>
      </pc:sldChg>
      <pc:sldChg chg="modSp new mod">
        <pc:chgData name="Brigida Reyes" userId="fa9ded72177516ae" providerId="LiveId" clId="{F697C409-150F-4EA1-99A5-AF676A2956D1}" dt="2026-09-07T09:07:04.615" v="965" actId="6549"/>
        <pc:sldMkLst>
          <pc:docMk/>
          <pc:sldMk cId="1714268545" sldId="357"/>
        </pc:sldMkLst>
        <pc:spChg chg="mod">
          <ac:chgData name="Brigida Reyes" userId="fa9ded72177516ae" providerId="LiveId" clId="{F697C409-150F-4EA1-99A5-AF676A2956D1}" dt="2026-09-07T09:04:32.616" v="950" actId="403"/>
          <ac:spMkLst>
            <pc:docMk/>
            <pc:sldMk cId="1714268545" sldId="357"/>
            <ac:spMk id="2" creationId="{C1DD02AE-5EF4-1E5E-82EC-5C8BC7B72C5E}"/>
          </ac:spMkLst>
        </pc:spChg>
        <pc:spChg chg="mod">
          <ac:chgData name="Brigida Reyes" userId="fa9ded72177516ae" providerId="LiveId" clId="{F697C409-150F-4EA1-99A5-AF676A2956D1}" dt="2026-09-07T09:07:04.615" v="965" actId="6549"/>
          <ac:spMkLst>
            <pc:docMk/>
            <pc:sldMk cId="1714268545" sldId="357"/>
            <ac:spMk id="3" creationId="{7CD0B3C7-507B-067D-1355-A6BE634C7FBD}"/>
          </ac:spMkLst>
        </pc:spChg>
      </pc:sldChg>
      <pc:sldChg chg="addSp delSp modSp new mod setBg">
        <pc:chgData name="Brigida Reyes" userId="fa9ded72177516ae" providerId="LiveId" clId="{F697C409-150F-4EA1-99A5-AF676A2956D1}" dt="2026-09-07T09:17:46.424" v="972" actId="6549"/>
        <pc:sldMkLst>
          <pc:docMk/>
          <pc:sldMk cId="3767219745" sldId="358"/>
        </pc:sldMkLst>
        <pc:spChg chg="mod">
          <ac:chgData name="Brigida Reyes" userId="fa9ded72177516ae" providerId="LiveId" clId="{F697C409-150F-4EA1-99A5-AF676A2956D1}" dt="2026-09-06T22:12:11.504" v="491" actId="26606"/>
          <ac:spMkLst>
            <pc:docMk/>
            <pc:sldMk cId="3767219745" sldId="358"/>
            <ac:spMk id="2" creationId="{897A940F-9FCB-7543-202A-357CE084A1C3}"/>
          </ac:spMkLst>
        </pc:spChg>
        <pc:spChg chg="del">
          <ac:chgData name="Brigida Reyes" userId="fa9ded72177516ae" providerId="LiveId" clId="{F697C409-150F-4EA1-99A5-AF676A2956D1}" dt="2026-09-06T22:12:00.450" v="487" actId="478"/>
          <ac:spMkLst>
            <pc:docMk/>
            <pc:sldMk cId="3767219745" sldId="358"/>
            <ac:spMk id="3" creationId="{7AD1A79D-6EB3-49E3-57C4-1CD3CB2875F7}"/>
          </ac:spMkLst>
        </pc:spChg>
        <pc:spChg chg="add del">
          <ac:chgData name="Brigida Reyes" userId="fa9ded72177516ae" providerId="LiveId" clId="{F697C409-150F-4EA1-99A5-AF676A2956D1}" dt="2026-09-06T22:12:11.416" v="490" actId="26606"/>
          <ac:spMkLst>
            <pc:docMk/>
            <pc:sldMk cId="3767219745" sldId="358"/>
            <ac:spMk id="13" creationId="{4AC0CD9D-7610-4620-93B4-798CCD9AB581}"/>
          </ac:spMkLst>
        </pc:spChg>
        <pc:spChg chg="add del">
          <ac:chgData name="Brigida Reyes" userId="fa9ded72177516ae" providerId="LiveId" clId="{F697C409-150F-4EA1-99A5-AF676A2956D1}" dt="2026-09-06T22:12:11.416" v="490" actId="26606"/>
          <ac:spMkLst>
            <pc:docMk/>
            <pc:sldMk cId="3767219745" sldId="358"/>
            <ac:spMk id="19" creationId="{DE4D62F9-188E-4530-84C2-24BDEE4BEB82}"/>
          </ac:spMkLst>
        </pc:spChg>
        <pc:spChg chg="add del">
          <ac:chgData name="Brigida Reyes" userId="fa9ded72177516ae" providerId="LiveId" clId="{F697C409-150F-4EA1-99A5-AF676A2956D1}" dt="2026-09-06T22:12:11.416" v="490" actId="26606"/>
          <ac:spMkLst>
            <pc:docMk/>
            <pc:sldMk cId="3767219745" sldId="358"/>
            <ac:spMk id="21" creationId="{757B325C-3E35-45CF-9D07-3BCB281F3B9C}"/>
          </ac:spMkLst>
        </pc:spChg>
        <pc:spChg chg="add del">
          <ac:chgData name="Brigida Reyes" userId="fa9ded72177516ae" providerId="LiveId" clId="{F697C409-150F-4EA1-99A5-AF676A2956D1}" dt="2026-09-06T22:12:11.416" v="490" actId="26606"/>
          <ac:spMkLst>
            <pc:docMk/>
            <pc:sldMk cId="3767219745" sldId="358"/>
            <ac:spMk id="23" creationId="{C24BEC42-AFF3-40D1-93A2-A27A42E1E23C}"/>
          </ac:spMkLst>
        </pc:spChg>
        <pc:spChg chg="add del">
          <ac:chgData name="Brigida Reyes" userId="fa9ded72177516ae" providerId="LiveId" clId="{F697C409-150F-4EA1-99A5-AF676A2956D1}" dt="2026-09-06T22:12:11.416" v="490" actId="26606"/>
          <ac:spMkLst>
            <pc:docMk/>
            <pc:sldMk cId="3767219745" sldId="358"/>
            <ac:spMk id="25" creationId="{608F427C-1EC9-4280-9367-F2B3AA063E82}"/>
          </ac:spMkLst>
        </pc:spChg>
        <pc:spChg chg="add del">
          <ac:chgData name="Brigida Reyes" userId="fa9ded72177516ae" providerId="LiveId" clId="{F697C409-150F-4EA1-99A5-AF676A2956D1}" dt="2026-09-06T22:12:11.416" v="490" actId="26606"/>
          <ac:spMkLst>
            <pc:docMk/>
            <pc:sldMk cId="3767219745" sldId="358"/>
            <ac:spMk id="27" creationId="{F98810A7-E114-447A-A7D6-69B27CFB5650}"/>
          </ac:spMkLst>
        </pc:spChg>
        <pc:spChg chg="add">
          <ac:chgData name="Brigida Reyes" userId="fa9ded72177516ae" providerId="LiveId" clId="{F697C409-150F-4EA1-99A5-AF676A2956D1}" dt="2026-09-06T22:12:11.504" v="491" actId="26606"/>
          <ac:spMkLst>
            <pc:docMk/>
            <pc:sldMk cId="3767219745" sldId="358"/>
            <ac:spMk id="31" creationId="{4AC0CD9D-7610-4620-93B4-798CCD9AB581}"/>
          </ac:spMkLst>
        </pc:spChg>
        <pc:spChg chg="add">
          <ac:chgData name="Brigida Reyes" userId="fa9ded72177516ae" providerId="LiveId" clId="{F697C409-150F-4EA1-99A5-AF676A2956D1}" dt="2026-09-06T22:12:11.504" v="491" actId="26606"/>
          <ac:spMkLst>
            <pc:docMk/>
            <pc:sldMk cId="3767219745" sldId="358"/>
            <ac:spMk id="34" creationId="{DE4D62F9-188E-4530-84C2-24BDEE4BEB82}"/>
          </ac:spMkLst>
        </pc:spChg>
        <pc:spChg chg="add">
          <ac:chgData name="Brigida Reyes" userId="fa9ded72177516ae" providerId="LiveId" clId="{F697C409-150F-4EA1-99A5-AF676A2956D1}" dt="2026-09-06T22:12:11.504" v="491" actId="26606"/>
          <ac:spMkLst>
            <pc:docMk/>
            <pc:sldMk cId="3767219745" sldId="358"/>
            <ac:spMk id="35" creationId="{757B325C-3E35-45CF-9D07-3BCB281F3B9C}"/>
          </ac:spMkLst>
        </pc:spChg>
        <pc:spChg chg="add">
          <ac:chgData name="Brigida Reyes" userId="fa9ded72177516ae" providerId="LiveId" clId="{F697C409-150F-4EA1-99A5-AF676A2956D1}" dt="2026-09-06T22:12:11.504" v="491" actId="26606"/>
          <ac:spMkLst>
            <pc:docMk/>
            <pc:sldMk cId="3767219745" sldId="358"/>
            <ac:spMk id="36" creationId="{C24BEC42-AFF3-40D1-93A2-A27A42E1E23C}"/>
          </ac:spMkLst>
        </pc:spChg>
        <pc:spChg chg="add">
          <ac:chgData name="Brigida Reyes" userId="fa9ded72177516ae" providerId="LiveId" clId="{F697C409-150F-4EA1-99A5-AF676A2956D1}" dt="2026-09-06T22:12:11.504" v="491" actId="26606"/>
          <ac:spMkLst>
            <pc:docMk/>
            <pc:sldMk cId="3767219745" sldId="358"/>
            <ac:spMk id="37" creationId="{608F427C-1EC9-4280-9367-F2B3AA063E82}"/>
          </ac:spMkLst>
        </pc:spChg>
        <pc:spChg chg="add">
          <ac:chgData name="Brigida Reyes" userId="fa9ded72177516ae" providerId="LiveId" clId="{F697C409-150F-4EA1-99A5-AF676A2956D1}" dt="2026-09-06T22:12:11.504" v="491" actId="26606"/>
          <ac:spMkLst>
            <pc:docMk/>
            <pc:sldMk cId="3767219745" sldId="358"/>
            <ac:spMk id="38" creationId="{F98810A7-E114-447A-A7D6-69B27CFB5650}"/>
          </ac:spMkLst>
        </pc:spChg>
        <pc:graphicFrameChg chg="add mod modGraphic">
          <ac:chgData name="Brigida Reyes" userId="fa9ded72177516ae" providerId="LiveId" clId="{F697C409-150F-4EA1-99A5-AF676A2956D1}" dt="2026-09-07T09:17:46.424" v="972" actId="6549"/>
          <ac:graphicFrameMkLst>
            <pc:docMk/>
            <pc:sldMk cId="3767219745" sldId="358"/>
            <ac:graphicFrameMk id="4" creationId="{04843B4B-B6CC-8810-A40F-86D2B5F72F7F}"/>
          </ac:graphicFrameMkLst>
        </pc:graphicFrameChg>
        <pc:picChg chg="add del">
          <ac:chgData name="Brigida Reyes" userId="fa9ded72177516ae" providerId="LiveId" clId="{F697C409-150F-4EA1-99A5-AF676A2956D1}" dt="2026-09-06T22:12:11.416" v="490" actId="26606"/>
          <ac:picMkLst>
            <pc:docMk/>
            <pc:sldMk cId="3767219745" sldId="358"/>
            <ac:picMk id="9" creationId="{41B68C77-138E-4BF7-A276-BD0C78A4219F}"/>
          </ac:picMkLst>
        </pc:picChg>
        <pc:picChg chg="add del">
          <ac:chgData name="Brigida Reyes" userId="fa9ded72177516ae" providerId="LiveId" clId="{F697C409-150F-4EA1-99A5-AF676A2956D1}" dt="2026-09-06T22:12:11.416" v="490" actId="26606"/>
          <ac:picMkLst>
            <pc:docMk/>
            <pc:sldMk cId="3767219745" sldId="358"/>
            <ac:picMk id="11" creationId="{7C268552-D473-46ED-B1B8-422042C4DEF1}"/>
          </ac:picMkLst>
        </pc:picChg>
        <pc:picChg chg="add del">
          <ac:chgData name="Brigida Reyes" userId="fa9ded72177516ae" providerId="LiveId" clId="{F697C409-150F-4EA1-99A5-AF676A2956D1}" dt="2026-09-06T22:12:11.416" v="490" actId="26606"/>
          <ac:picMkLst>
            <pc:docMk/>
            <pc:sldMk cId="3767219745" sldId="358"/>
            <ac:picMk id="15" creationId="{B9238B3E-24AA-439A-B527-6C5DF6D72145}"/>
          </ac:picMkLst>
        </pc:picChg>
        <pc:picChg chg="add">
          <ac:chgData name="Brigida Reyes" userId="fa9ded72177516ae" providerId="LiveId" clId="{F697C409-150F-4EA1-99A5-AF676A2956D1}" dt="2026-09-06T22:12:11.504" v="491" actId="26606"/>
          <ac:picMkLst>
            <pc:docMk/>
            <pc:sldMk cId="3767219745" sldId="358"/>
            <ac:picMk id="29" creationId="{41B68C77-138E-4BF7-A276-BD0C78A4219F}"/>
          </ac:picMkLst>
        </pc:picChg>
        <pc:picChg chg="add">
          <ac:chgData name="Brigida Reyes" userId="fa9ded72177516ae" providerId="LiveId" clId="{F697C409-150F-4EA1-99A5-AF676A2956D1}" dt="2026-09-06T22:12:11.504" v="491" actId="26606"/>
          <ac:picMkLst>
            <pc:docMk/>
            <pc:sldMk cId="3767219745" sldId="358"/>
            <ac:picMk id="32" creationId="{B9238B3E-24AA-439A-B527-6C5DF6D72145}"/>
          </ac:picMkLst>
        </pc:picChg>
        <pc:picChg chg="add">
          <ac:chgData name="Brigida Reyes" userId="fa9ded72177516ae" providerId="LiveId" clId="{F697C409-150F-4EA1-99A5-AF676A2956D1}" dt="2026-09-06T22:12:11.504" v="491" actId="26606"/>
          <ac:picMkLst>
            <pc:docMk/>
            <pc:sldMk cId="3767219745" sldId="358"/>
            <ac:picMk id="33" creationId="{69F01145-BEA3-4CBF-AA21-10077B948CA8}"/>
          </ac:picMkLst>
        </pc:picChg>
      </pc:sldChg>
      <pc:sldChg chg="addSp modSp new mod setBg">
        <pc:chgData name="Brigida Reyes" userId="fa9ded72177516ae" providerId="LiveId" clId="{F697C409-150F-4EA1-99A5-AF676A2956D1}" dt="2026-09-07T09:08:06.844" v="969"/>
        <pc:sldMkLst>
          <pc:docMk/>
          <pc:sldMk cId="1056703216" sldId="359"/>
        </pc:sldMkLst>
        <pc:spChg chg="add">
          <ac:chgData name="Brigida Reyes" userId="fa9ded72177516ae" providerId="LiveId" clId="{F697C409-150F-4EA1-99A5-AF676A2956D1}" dt="2026-09-06T22:14:06.892" v="502" actId="26606"/>
          <ac:spMkLst>
            <pc:docMk/>
            <pc:sldMk cId="1056703216" sldId="359"/>
            <ac:spMk id="7" creationId="{4309F268-A45B-4517-B03F-2774BAEFFBA6}"/>
          </ac:spMkLst>
        </pc:spChg>
        <pc:graphicFrameChg chg="add mod modGraphic">
          <ac:chgData name="Brigida Reyes" userId="fa9ded72177516ae" providerId="LiveId" clId="{F697C409-150F-4EA1-99A5-AF676A2956D1}" dt="2026-09-07T09:08:06.844" v="969"/>
          <ac:graphicFrameMkLst>
            <pc:docMk/>
            <pc:sldMk cId="1056703216" sldId="359"/>
            <ac:graphicFrameMk id="2" creationId="{9FD24854-58F6-4A78-C9EC-6A94C25193F0}"/>
          </ac:graphicFrameMkLst>
        </pc:graphicFrameChg>
      </pc:sldChg>
      <pc:sldChg chg="addSp modSp new mod ord setBg">
        <pc:chgData name="Brigida Reyes" userId="fa9ded72177516ae" providerId="LiveId" clId="{F697C409-150F-4EA1-99A5-AF676A2956D1}" dt="2026-09-06T22:41:01.886" v="527" actId="11"/>
        <pc:sldMkLst>
          <pc:docMk/>
          <pc:sldMk cId="1894376612" sldId="360"/>
        </pc:sldMkLst>
        <pc:spChg chg="mod">
          <ac:chgData name="Brigida Reyes" userId="fa9ded72177516ae" providerId="LiveId" clId="{F697C409-150F-4EA1-99A5-AF676A2956D1}" dt="2026-09-06T22:39:56.871" v="514" actId="26606"/>
          <ac:spMkLst>
            <pc:docMk/>
            <pc:sldMk cId="1894376612" sldId="360"/>
            <ac:spMk id="2" creationId="{4C340527-A927-D6CE-4152-43C74039CB4C}"/>
          </ac:spMkLst>
        </pc:spChg>
        <pc:spChg chg="mod">
          <ac:chgData name="Brigida Reyes" userId="fa9ded72177516ae" providerId="LiveId" clId="{F697C409-150F-4EA1-99A5-AF676A2956D1}" dt="2026-09-06T22:41:01.886" v="527" actId="11"/>
          <ac:spMkLst>
            <pc:docMk/>
            <pc:sldMk cId="1894376612" sldId="360"/>
            <ac:spMk id="3" creationId="{40E98F12-4B37-C86F-68D6-168CE95AE536}"/>
          </ac:spMkLst>
        </pc:spChg>
        <pc:spChg chg="add">
          <ac:chgData name="Brigida Reyes" userId="fa9ded72177516ae" providerId="LiveId" clId="{F697C409-150F-4EA1-99A5-AF676A2956D1}" dt="2026-09-06T22:39:56.871" v="514" actId="26606"/>
          <ac:spMkLst>
            <pc:docMk/>
            <pc:sldMk cId="1894376612" sldId="360"/>
            <ac:spMk id="9" creationId="{C8A3C342-1D03-412F-8DD3-BF519E8E0AE9}"/>
          </ac:spMkLst>
        </pc:spChg>
        <pc:spChg chg="add">
          <ac:chgData name="Brigida Reyes" userId="fa9ded72177516ae" providerId="LiveId" clId="{F697C409-150F-4EA1-99A5-AF676A2956D1}" dt="2026-09-06T22:39:56.871" v="514" actId="26606"/>
          <ac:spMkLst>
            <pc:docMk/>
            <pc:sldMk cId="1894376612" sldId="360"/>
            <ac:spMk id="11" creationId="{81CC9B02-E087-4350-AEBD-2C3CF001AF01}"/>
          </ac:spMkLst>
        </pc:spChg>
        <pc:picChg chg="add">
          <ac:chgData name="Brigida Reyes" userId="fa9ded72177516ae" providerId="LiveId" clId="{F697C409-150F-4EA1-99A5-AF676A2956D1}" dt="2026-09-06T22:39:56.871" v="514" actId="26606"/>
          <ac:picMkLst>
            <pc:docMk/>
            <pc:sldMk cId="1894376612" sldId="360"/>
            <ac:picMk id="5" creationId="{36AA2395-18D1-80CB-1A3B-7EDB57DB79CA}"/>
          </ac:picMkLst>
        </pc:picChg>
      </pc:sldChg>
      <pc:sldChg chg="modSp new mod">
        <pc:chgData name="Brigida Reyes" userId="fa9ded72177516ae" providerId="LiveId" clId="{F697C409-150F-4EA1-99A5-AF676A2956D1}" dt="2026-09-07T08:08:07.918" v="581" actId="113"/>
        <pc:sldMkLst>
          <pc:docMk/>
          <pc:sldMk cId="1751607764" sldId="361"/>
        </pc:sldMkLst>
        <pc:spChg chg="mod">
          <ac:chgData name="Brigida Reyes" userId="fa9ded72177516ae" providerId="LiveId" clId="{F697C409-150F-4EA1-99A5-AF676A2956D1}" dt="2026-09-07T08:08:07.918" v="581" actId="113"/>
          <ac:spMkLst>
            <pc:docMk/>
            <pc:sldMk cId="1751607764" sldId="361"/>
            <ac:spMk id="2" creationId="{CA98B4CF-56A9-1E19-1465-FA0F946EA3B1}"/>
          </ac:spMkLst>
        </pc:spChg>
        <pc:spChg chg="mod">
          <ac:chgData name="Brigida Reyes" userId="fa9ded72177516ae" providerId="LiveId" clId="{F697C409-150F-4EA1-99A5-AF676A2956D1}" dt="2026-09-07T08:06:45.979" v="563" actId="27636"/>
          <ac:spMkLst>
            <pc:docMk/>
            <pc:sldMk cId="1751607764" sldId="361"/>
            <ac:spMk id="3" creationId="{2CAD6F9D-0279-76EC-AD15-2E2B952F0FB8}"/>
          </ac:spMkLst>
        </pc:spChg>
      </pc:sldChg>
      <pc:sldChg chg="addSp modSp new del mod setBg">
        <pc:chgData name="Brigida Reyes" userId="fa9ded72177516ae" providerId="LiveId" clId="{F697C409-150F-4EA1-99A5-AF676A2956D1}" dt="2026-09-07T08:14:08.817" v="639" actId="2696"/>
        <pc:sldMkLst>
          <pc:docMk/>
          <pc:sldMk cId="1742654137" sldId="362"/>
        </pc:sldMkLst>
        <pc:spChg chg="add">
          <ac:chgData name="Brigida Reyes" userId="fa9ded72177516ae" providerId="LiveId" clId="{F697C409-150F-4EA1-99A5-AF676A2956D1}" dt="2026-09-07T08:11:31.782" v="605" actId="26606"/>
          <ac:spMkLst>
            <pc:docMk/>
            <pc:sldMk cId="1742654137" sldId="362"/>
            <ac:spMk id="8" creationId="{DFB3CEA1-88D9-42FB-88ED-1E9807FE6596}"/>
          </ac:spMkLst>
        </pc:spChg>
        <pc:spChg chg="add">
          <ac:chgData name="Brigida Reyes" userId="fa9ded72177516ae" providerId="LiveId" clId="{F697C409-150F-4EA1-99A5-AF676A2956D1}" dt="2026-09-07T08:11:31.782" v="605" actId="26606"/>
          <ac:spMkLst>
            <pc:docMk/>
            <pc:sldMk cId="1742654137" sldId="362"/>
            <ac:spMk id="10" creationId="{9A6C928E-4252-4F33-8C34-E50A12A3170B}"/>
          </ac:spMkLst>
        </pc:spChg>
        <pc:graphicFrameChg chg="add mod modGraphic">
          <ac:chgData name="Brigida Reyes" userId="fa9ded72177516ae" providerId="LiveId" clId="{F697C409-150F-4EA1-99A5-AF676A2956D1}" dt="2026-09-07T08:12:09.356" v="617" actId="14100"/>
          <ac:graphicFrameMkLst>
            <pc:docMk/>
            <pc:sldMk cId="1742654137" sldId="362"/>
            <ac:graphicFrameMk id="3" creationId="{9837D463-527E-F470-0EF0-DCBD505AB43D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69B6EC-64C6-4494-A4E2-17E07FF4A986}" type="doc">
      <dgm:prSet loTypeId="urn:microsoft.com/office/officeart/2005/8/layout/hierarchy1" loCatId="hierarchy" qsTypeId="urn:microsoft.com/office/officeart/2005/8/quickstyle/simple1#20" qsCatId="simple" csTypeId="urn:microsoft.com/office/officeart/2005/8/colors/accent1_2#12" csCatId="accent1"/>
      <dgm:spPr/>
      <dgm:t>
        <a:bodyPr/>
        <a:lstStyle/>
        <a:p>
          <a:endParaRPr lang="en-US"/>
        </a:p>
      </dgm:t>
    </dgm:pt>
    <dgm:pt modelId="{835B3822-43D8-41D5-ACD0-A6F1378A3572}">
      <dgm:prSet/>
      <dgm:spPr/>
      <dgm:t>
        <a:bodyPr/>
        <a:lstStyle/>
        <a:p>
          <a:r>
            <a:rPr lang="en-PH"/>
            <a:t>The term </a:t>
          </a:r>
          <a:r>
            <a:rPr lang="en-PH" b="1"/>
            <a:t>biodiversity</a:t>
          </a:r>
          <a:r>
            <a:rPr lang="en-PH"/>
            <a:t> comes from the words </a:t>
          </a:r>
          <a:r>
            <a:rPr lang="en-PH" b="1"/>
            <a:t>biological</a:t>
          </a:r>
          <a:r>
            <a:rPr lang="en-PH"/>
            <a:t> and </a:t>
          </a:r>
          <a:r>
            <a:rPr lang="en-PH" b="1"/>
            <a:t>diversity</a:t>
          </a:r>
          <a:r>
            <a:rPr lang="en-PH"/>
            <a:t>.</a:t>
          </a:r>
          <a:endParaRPr lang="en-US"/>
        </a:p>
      </dgm:t>
    </dgm:pt>
    <dgm:pt modelId="{BBA8047B-FAD7-4D5E-BF38-75FF9C93590A}" type="parTrans" cxnId="{B7965142-D673-4521-B505-00F49E162F9A}">
      <dgm:prSet/>
      <dgm:spPr/>
      <dgm:t>
        <a:bodyPr/>
        <a:lstStyle/>
        <a:p>
          <a:endParaRPr lang="en-US"/>
        </a:p>
      </dgm:t>
    </dgm:pt>
    <dgm:pt modelId="{45F21881-9AA9-422D-ADE6-A1A9A795461A}" type="sibTrans" cxnId="{B7965142-D673-4521-B505-00F49E162F9A}">
      <dgm:prSet/>
      <dgm:spPr/>
      <dgm:t>
        <a:bodyPr/>
        <a:lstStyle/>
        <a:p>
          <a:endParaRPr lang="en-US"/>
        </a:p>
      </dgm:t>
    </dgm:pt>
    <dgm:pt modelId="{64BD36F3-C367-4C10-A741-063B9C6A7D6B}">
      <dgm:prSet/>
      <dgm:spPr/>
      <dgm:t>
        <a:bodyPr/>
        <a:lstStyle/>
        <a:p>
          <a:r>
            <a:rPr lang="en-PH" b="1"/>
            <a:t>Biodiversity</a:t>
          </a:r>
          <a:r>
            <a:rPr lang="en-PH"/>
            <a:t> is the variety and variability of living organisms and the ecosystems in which they occur.</a:t>
          </a:r>
          <a:endParaRPr lang="en-US"/>
        </a:p>
      </dgm:t>
    </dgm:pt>
    <dgm:pt modelId="{5FA51FFE-AA43-4F13-90B9-5488D1D95590}" type="parTrans" cxnId="{1D376B98-F246-4EE2-B90F-5FE78CB4B114}">
      <dgm:prSet/>
      <dgm:spPr/>
      <dgm:t>
        <a:bodyPr/>
        <a:lstStyle/>
        <a:p>
          <a:endParaRPr lang="en-US"/>
        </a:p>
      </dgm:t>
    </dgm:pt>
    <dgm:pt modelId="{6C8F5B95-4C3B-4016-ADDC-A70C0D7A359A}" type="sibTrans" cxnId="{1D376B98-F246-4EE2-B90F-5FE78CB4B114}">
      <dgm:prSet/>
      <dgm:spPr/>
      <dgm:t>
        <a:bodyPr/>
        <a:lstStyle/>
        <a:p>
          <a:endParaRPr lang="en-US"/>
        </a:p>
      </dgm:t>
    </dgm:pt>
    <dgm:pt modelId="{57CFBE81-8ECB-40EF-958E-5FB8E81137F4}" type="pres">
      <dgm:prSet presAssocID="{5169B6EC-64C6-4494-A4E2-17E07FF4A98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4F36E2-5A19-459D-877A-E06A25BC8106}" type="pres">
      <dgm:prSet presAssocID="{835B3822-43D8-41D5-ACD0-A6F1378A3572}" presName="hierRoot1" presStyleCnt="0"/>
      <dgm:spPr/>
    </dgm:pt>
    <dgm:pt modelId="{DCB9976A-EC33-425D-A5FB-ADA7DE1086F3}" type="pres">
      <dgm:prSet presAssocID="{835B3822-43D8-41D5-ACD0-A6F1378A3572}" presName="composite" presStyleCnt="0"/>
      <dgm:spPr/>
    </dgm:pt>
    <dgm:pt modelId="{3FA45AA0-0675-4B55-847D-E909948E9AF9}" type="pres">
      <dgm:prSet presAssocID="{835B3822-43D8-41D5-ACD0-A6F1378A3572}" presName="background" presStyleLbl="node0" presStyleIdx="0" presStyleCnt="2"/>
      <dgm:spPr/>
    </dgm:pt>
    <dgm:pt modelId="{E82007D1-1DC0-458E-B9D5-7F0BAB0AC7CD}" type="pres">
      <dgm:prSet presAssocID="{835B3822-43D8-41D5-ACD0-A6F1378A3572}" presName="text" presStyleLbl="fgAcc0" presStyleIdx="0" presStyleCnt="2">
        <dgm:presLayoutVars>
          <dgm:chPref val="3"/>
        </dgm:presLayoutVars>
      </dgm:prSet>
      <dgm:spPr/>
    </dgm:pt>
    <dgm:pt modelId="{B7AA8275-D648-42E5-8C8B-FDE0DCAD291F}" type="pres">
      <dgm:prSet presAssocID="{835B3822-43D8-41D5-ACD0-A6F1378A3572}" presName="hierChild2" presStyleCnt="0"/>
      <dgm:spPr/>
    </dgm:pt>
    <dgm:pt modelId="{F965F291-00D3-4848-88BA-C0B55486D1AB}" type="pres">
      <dgm:prSet presAssocID="{64BD36F3-C367-4C10-A741-063B9C6A7D6B}" presName="hierRoot1" presStyleCnt="0"/>
      <dgm:spPr/>
    </dgm:pt>
    <dgm:pt modelId="{84425D56-7826-4D2C-891D-0507D1E9357A}" type="pres">
      <dgm:prSet presAssocID="{64BD36F3-C367-4C10-A741-063B9C6A7D6B}" presName="composite" presStyleCnt="0"/>
      <dgm:spPr/>
    </dgm:pt>
    <dgm:pt modelId="{3D71A124-9598-41AF-900F-FD44B99D4F1D}" type="pres">
      <dgm:prSet presAssocID="{64BD36F3-C367-4C10-A741-063B9C6A7D6B}" presName="background" presStyleLbl="node0" presStyleIdx="1" presStyleCnt="2"/>
      <dgm:spPr/>
    </dgm:pt>
    <dgm:pt modelId="{B6D5C3B4-1E72-45A4-8452-A89D593DC38F}" type="pres">
      <dgm:prSet presAssocID="{64BD36F3-C367-4C10-A741-063B9C6A7D6B}" presName="text" presStyleLbl="fgAcc0" presStyleIdx="1" presStyleCnt="2">
        <dgm:presLayoutVars>
          <dgm:chPref val="3"/>
        </dgm:presLayoutVars>
      </dgm:prSet>
      <dgm:spPr/>
    </dgm:pt>
    <dgm:pt modelId="{65FE1B92-D79C-4B64-B29E-401B8976435C}" type="pres">
      <dgm:prSet presAssocID="{64BD36F3-C367-4C10-A741-063B9C6A7D6B}" presName="hierChild2" presStyleCnt="0"/>
      <dgm:spPr/>
    </dgm:pt>
  </dgm:ptLst>
  <dgm:cxnLst>
    <dgm:cxn modelId="{31961313-E440-4FEC-8B31-29816EFC0FFA}" type="presOf" srcId="{5169B6EC-64C6-4494-A4E2-17E07FF4A986}" destId="{57CFBE81-8ECB-40EF-958E-5FB8E81137F4}" srcOrd="0" destOrd="0" presId="urn:microsoft.com/office/officeart/2005/8/layout/hierarchy1"/>
    <dgm:cxn modelId="{0D30595B-629D-4854-8EFC-841C7C15F7A4}" type="presOf" srcId="{835B3822-43D8-41D5-ACD0-A6F1378A3572}" destId="{E82007D1-1DC0-458E-B9D5-7F0BAB0AC7CD}" srcOrd="0" destOrd="0" presId="urn:microsoft.com/office/officeart/2005/8/layout/hierarchy1"/>
    <dgm:cxn modelId="{B7965142-D673-4521-B505-00F49E162F9A}" srcId="{5169B6EC-64C6-4494-A4E2-17E07FF4A986}" destId="{835B3822-43D8-41D5-ACD0-A6F1378A3572}" srcOrd="0" destOrd="0" parTransId="{BBA8047B-FAD7-4D5E-BF38-75FF9C93590A}" sibTransId="{45F21881-9AA9-422D-ADE6-A1A9A795461A}"/>
    <dgm:cxn modelId="{1D376B98-F246-4EE2-B90F-5FE78CB4B114}" srcId="{5169B6EC-64C6-4494-A4E2-17E07FF4A986}" destId="{64BD36F3-C367-4C10-A741-063B9C6A7D6B}" srcOrd="1" destOrd="0" parTransId="{5FA51FFE-AA43-4F13-90B9-5488D1D95590}" sibTransId="{6C8F5B95-4C3B-4016-ADDC-A70C0D7A359A}"/>
    <dgm:cxn modelId="{6D023FB1-F9CE-454C-AE1E-6DAB00B3EB43}" type="presOf" srcId="{64BD36F3-C367-4C10-A741-063B9C6A7D6B}" destId="{B6D5C3B4-1E72-45A4-8452-A89D593DC38F}" srcOrd="0" destOrd="0" presId="urn:microsoft.com/office/officeart/2005/8/layout/hierarchy1"/>
    <dgm:cxn modelId="{C1356661-D92D-401E-B094-469062D276A5}" type="presParOf" srcId="{57CFBE81-8ECB-40EF-958E-5FB8E81137F4}" destId="{E24F36E2-5A19-459D-877A-E06A25BC8106}" srcOrd="0" destOrd="0" presId="urn:microsoft.com/office/officeart/2005/8/layout/hierarchy1"/>
    <dgm:cxn modelId="{5E725B95-8032-41CF-8D49-F2BFB49F2EE6}" type="presParOf" srcId="{E24F36E2-5A19-459D-877A-E06A25BC8106}" destId="{DCB9976A-EC33-425D-A5FB-ADA7DE1086F3}" srcOrd="0" destOrd="0" presId="urn:microsoft.com/office/officeart/2005/8/layout/hierarchy1"/>
    <dgm:cxn modelId="{6675A387-C002-4600-BCC9-07952C9F6E45}" type="presParOf" srcId="{DCB9976A-EC33-425D-A5FB-ADA7DE1086F3}" destId="{3FA45AA0-0675-4B55-847D-E909948E9AF9}" srcOrd="0" destOrd="0" presId="urn:microsoft.com/office/officeart/2005/8/layout/hierarchy1"/>
    <dgm:cxn modelId="{F21431B8-B672-46A4-9144-8DE1746B679B}" type="presParOf" srcId="{DCB9976A-EC33-425D-A5FB-ADA7DE1086F3}" destId="{E82007D1-1DC0-458E-B9D5-7F0BAB0AC7CD}" srcOrd="1" destOrd="0" presId="urn:microsoft.com/office/officeart/2005/8/layout/hierarchy1"/>
    <dgm:cxn modelId="{CA21F459-9DCC-476C-9E29-22956A3EF848}" type="presParOf" srcId="{E24F36E2-5A19-459D-877A-E06A25BC8106}" destId="{B7AA8275-D648-42E5-8C8B-FDE0DCAD291F}" srcOrd="1" destOrd="0" presId="urn:microsoft.com/office/officeart/2005/8/layout/hierarchy1"/>
    <dgm:cxn modelId="{E08ABFA2-5D61-4A8A-A7AB-901A4B4844FA}" type="presParOf" srcId="{57CFBE81-8ECB-40EF-958E-5FB8E81137F4}" destId="{F965F291-00D3-4848-88BA-C0B55486D1AB}" srcOrd="1" destOrd="0" presId="urn:microsoft.com/office/officeart/2005/8/layout/hierarchy1"/>
    <dgm:cxn modelId="{D6F986FE-FE46-4FD4-B1E7-80BD51678FDB}" type="presParOf" srcId="{F965F291-00D3-4848-88BA-C0B55486D1AB}" destId="{84425D56-7826-4D2C-891D-0507D1E9357A}" srcOrd="0" destOrd="0" presId="urn:microsoft.com/office/officeart/2005/8/layout/hierarchy1"/>
    <dgm:cxn modelId="{BFBD6A75-FCE2-4E47-A258-5A7006CC878D}" type="presParOf" srcId="{84425D56-7826-4D2C-891D-0507D1E9357A}" destId="{3D71A124-9598-41AF-900F-FD44B99D4F1D}" srcOrd="0" destOrd="0" presId="urn:microsoft.com/office/officeart/2005/8/layout/hierarchy1"/>
    <dgm:cxn modelId="{12D5E7AC-8A74-481D-A59B-27D1A2B34A6E}" type="presParOf" srcId="{84425D56-7826-4D2C-891D-0507D1E9357A}" destId="{B6D5C3B4-1E72-45A4-8452-A89D593DC38F}" srcOrd="1" destOrd="0" presId="urn:microsoft.com/office/officeart/2005/8/layout/hierarchy1"/>
    <dgm:cxn modelId="{171AA39E-F449-44DF-BDBB-9BC2058122C8}" type="presParOf" srcId="{F965F291-00D3-4848-88BA-C0B55486D1AB}" destId="{65FE1B92-D79C-4B64-B29E-401B8976435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45AA0-0675-4B55-847D-E909948E9AF9}">
      <dsp:nvSpPr>
        <dsp:cNvPr id="0" name=""/>
        <dsp:cNvSpPr/>
      </dsp:nvSpPr>
      <dsp:spPr>
        <a:xfrm>
          <a:off x="85120" y="162"/>
          <a:ext cx="4596484" cy="2918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007D1-1DC0-458E-B9D5-7F0BAB0AC7CD}">
      <dsp:nvSpPr>
        <dsp:cNvPr id="0" name=""/>
        <dsp:cNvSpPr/>
      </dsp:nvSpPr>
      <dsp:spPr>
        <a:xfrm>
          <a:off x="595840" y="485346"/>
          <a:ext cx="4596484" cy="29187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3100" kern="1200"/>
            <a:t>The term </a:t>
          </a:r>
          <a:r>
            <a:rPr lang="en-PH" sz="3100" b="1" kern="1200"/>
            <a:t>biodiversity</a:t>
          </a:r>
          <a:r>
            <a:rPr lang="en-PH" sz="3100" kern="1200"/>
            <a:t> comes from the words </a:t>
          </a:r>
          <a:r>
            <a:rPr lang="en-PH" sz="3100" b="1" kern="1200"/>
            <a:t>biological</a:t>
          </a:r>
          <a:r>
            <a:rPr lang="en-PH" sz="3100" kern="1200"/>
            <a:t> and </a:t>
          </a:r>
          <a:r>
            <a:rPr lang="en-PH" sz="3100" b="1" kern="1200"/>
            <a:t>diversity</a:t>
          </a:r>
          <a:r>
            <a:rPr lang="en-PH" sz="3100" kern="1200"/>
            <a:t>.</a:t>
          </a:r>
          <a:endParaRPr lang="en-US" sz="3100" kern="1200"/>
        </a:p>
      </dsp:txBody>
      <dsp:txXfrm>
        <a:off x="681328" y="570834"/>
        <a:ext cx="4425508" cy="2747791"/>
      </dsp:txXfrm>
    </dsp:sp>
    <dsp:sp modelId="{3D71A124-9598-41AF-900F-FD44B99D4F1D}">
      <dsp:nvSpPr>
        <dsp:cNvPr id="0" name=""/>
        <dsp:cNvSpPr/>
      </dsp:nvSpPr>
      <dsp:spPr>
        <a:xfrm>
          <a:off x="5703045" y="162"/>
          <a:ext cx="4596484" cy="2918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5C3B4-1E72-45A4-8452-A89D593DC38F}">
      <dsp:nvSpPr>
        <dsp:cNvPr id="0" name=""/>
        <dsp:cNvSpPr/>
      </dsp:nvSpPr>
      <dsp:spPr>
        <a:xfrm>
          <a:off x="6213765" y="485346"/>
          <a:ext cx="4596484" cy="29187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3100" b="1" kern="1200"/>
            <a:t>Biodiversity</a:t>
          </a:r>
          <a:r>
            <a:rPr lang="en-PH" sz="3100" kern="1200"/>
            <a:t> is the variety and variability of living organisms and the ecosystems in which they occur.</a:t>
          </a:r>
          <a:endParaRPr lang="en-US" sz="3100" kern="1200"/>
        </a:p>
      </dsp:txBody>
      <dsp:txXfrm>
        <a:off x="6299253" y="570834"/>
        <a:ext cx="4425508" cy="27477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BBF56-8EFD-462E-8307-EA206930050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2ADE1-D1D9-4DB3-AC48-2995E11CA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6157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426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666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4191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2737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588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016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0120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3780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34981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3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4960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7615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4850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5368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5719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83645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5718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241ED4F-36EE-4AFC-9B1E-F91B579D9B62}" type="datetimeFigureOut">
              <a:rPr lang="en-PH" smtClean="0"/>
              <a:t>07/09/2026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9E560-5271-4E28-8557-E4D08F0BFC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030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pecial Live Event | Dive into a Lagoon with Rays and Their Friends That Live There">
            <a:extLst>
              <a:ext uri="{FF2B5EF4-FFF2-40B4-BE49-F238E27FC236}">
                <a16:creationId xmlns:a16="http://schemas.microsoft.com/office/drawing/2014/main" id="{322D624F-E261-AB47-03A9-DC666DA981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83" r="-1" b="20711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9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BB5B6-B583-4A91-6823-7B7D28BB0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916" y="4854346"/>
            <a:ext cx="10407602" cy="86802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PH" sz="2600" b="1">
                <a:solidFill>
                  <a:srgbClr val="EBEBEB"/>
                </a:solidFill>
              </a:rPr>
              <a:t>Biodiversity</a:t>
            </a:r>
            <a:br>
              <a:rPr lang="en-PH" sz="2600">
                <a:solidFill>
                  <a:srgbClr val="EBEBEB"/>
                </a:solidFill>
              </a:rPr>
            </a:br>
            <a:endParaRPr lang="en-PH" sz="2600">
              <a:solidFill>
                <a:srgbClr val="EBEBE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B640D-3BF2-5749-F0A1-E87651CF9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917" y="5722374"/>
            <a:ext cx="10407602" cy="487924"/>
          </a:xfrm>
        </p:spPr>
        <p:txBody>
          <a:bodyPr>
            <a:normAutofit/>
          </a:bodyPr>
          <a:lstStyle/>
          <a:p>
            <a:r>
              <a:rPr lang="en-PH" b="1">
                <a:solidFill>
                  <a:schemeClr val="tx2">
                    <a:lumMod val="40000"/>
                    <a:lumOff val="60000"/>
                  </a:schemeClr>
                </a:solidFill>
              </a:rPr>
              <a:t>Lesson 6</a:t>
            </a:r>
            <a:endParaRPr lang="en-PH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05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A62A-9FBF-A9E7-8CA2-C82F7879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4C64E-87A1-D2DE-ABB2-792DEF88C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161917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2800" dirty="0"/>
              <a:t>At the end of the lesson, students should be able to:</a:t>
            </a:r>
          </a:p>
          <a:p>
            <a:pPr marL="457200" lvl="0" indent="-457200">
              <a:buClr>
                <a:srgbClr val="00B0F0"/>
              </a:buClr>
              <a:buFont typeface="+mj-lt"/>
              <a:buAutoNum type="arabicPeriod"/>
            </a:pPr>
            <a:r>
              <a:rPr lang="en-PH" sz="2800" b="1" dirty="0"/>
              <a:t>Explain</a:t>
            </a:r>
            <a:r>
              <a:rPr lang="en-PH" sz="2800" dirty="0"/>
              <a:t> the different levels of biodiversity. </a:t>
            </a:r>
          </a:p>
          <a:p>
            <a:pPr marL="457200" lvl="0" indent="-457200">
              <a:buClr>
                <a:srgbClr val="00B0F0"/>
              </a:buClr>
              <a:buFont typeface="+mj-lt"/>
              <a:buAutoNum type="arabicPeriod"/>
            </a:pPr>
            <a:r>
              <a:rPr lang="en-PH" sz="2800" b="1" dirty="0"/>
              <a:t>Discuss</a:t>
            </a:r>
            <a:r>
              <a:rPr lang="en-PH" sz="2800" dirty="0"/>
              <a:t> the ecological, economic, social, and scientific importance of biodiversity. </a:t>
            </a:r>
          </a:p>
          <a:p>
            <a:pPr marL="457200" lvl="0" indent="-457200">
              <a:buClr>
                <a:srgbClr val="00B0F0"/>
              </a:buClr>
              <a:buFont typeface="+mj-lt"/>
              <a:buAutoNum type="arabicPeriod"/>
            </a:pPr>
            <a:r>
              <a:rPr lang="en-PH" sz="2800" b="1" dirty="0"/>
              <a:t>Identify and analyze</a:t>
            </a:r>
            <a:r>
              <a:rPr lang="en-PH" sz="2800" dirty="0"/>
              <a:t> major threats to biodiversity. </a:t>
            </a:r>
          </a:p>
          <a:p>
            <a:pPr marL="457200" lvl="0" indent="-457200">
              <a:buClr>
                <a:srgbClr val="00B0F0"/>
              </a:buClr>
              <a:buFont typeface="+mj-lt"/>
              <a:buAutoNum type="arabicPeriod"/>
            </a:pPr>
            <a:r>
              <a:rPr lang="en-PH" sz="2800" b="1" dirty="0"/>
              <a:t>Describe and evaluate</a:t>
            </a:r>
            <a:r>
              <a:rPr lang="en-PH" sz="2800" dirty="0"/>
              <a:t> strategies for conserving biodiversity. 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1888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AC54F-7D95-7AC4-5C5D-F7E91E361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PH">
                <a:solidFill>
                  <a:srgbClr val="EBEBEB"/>
                </a:solidFill>
              </a:rPr>
              <a:t>What is Biodiversity?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E24E734-FC57-0748-429C-44459810F4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212994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310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742DE-C5C7-25B9-8C7A-656BDF32C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PH">
                <a:solidFill>
                  <a:srgbClr val="EBEBEB"/>
                </a:solidFill>
              </a:rPr>
              <a:t>Levels of Biodiversity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91A1E-B703-ECCA-05EC-6CAADE909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2800" dirty="0"/>
              <a:t>Biodiversity can be studied at </a:t>
            </a:r>
            <a:r>
              <a:rPr lang="en-PH" sz="2800" b="1" dirty="0"/>
              <a:t>three major levels</a:t>
            </a:r>
            <a:r>
              <a:rPr lang="en-PH" sz="2800" dirty="0"/>
              <a:t>:</a:t>
            </a:r>
          </a:p>
          <a:p>
            <a:pPr marL="457200" lvl="0" indent="-457200">
              <a:buClr>
                <a:srgbClr val="00B0F0"/>
              </a:buClr>
              <a:buFont typeface="+mj-lt"/>
              <a:buAutoNum type="arabicPeriod"/>
            </a:pPr>
            <a:r>
              <a:rPr lang="en-PH" sz="2800" b="1" dirty="0"/>
              <a:t>Genetic diversity </a:t>
            </a:r>
          </a:p>
          <a:p>
            <a:pPr marL="457200" lvl="0" indent="-457200">
              <a:buClr>
                <a:srgbClr val="00B0F0"/>
              </a:buClr>
              <a:buFont typeface="+mj-lt"/>
              <a:buAutoNum type="arabicPeriod"/>
            </a:pPr>
            <a:r>
              <a:rPr lang="en-PH" sz="2800" b="1" dirty="0"/>
              <a:t>Species diversity </a:t>
            </a:r>
          </a:p>
          <a:p>
            <a:pPr marL="457200" lvl="0" indent="-457200">
              <a:buClr>
                <a:srgbClr val="00B0F0"/>
              </a:buClr>
              <a:buFont typeface="+mj-lt"/>
              <a:buAutoNum type="arabicPeriod"/>
            </a:pPr>
            <a:r>
              <a:rPr lang="en-PH" sz="2800" b="1" dirty="0"/>
              <a:t>Ecosystem diversity</a:t>
            </a:r>
          </a:p>
          <a:p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77276-B956-91F9-5600-3FA3188C8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23" y="2548281"/>
            <a:ext cx="5346013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43319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9740-65E2-5C32-14D8-0DCECC58C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Genetic Diversity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A6DA3-5C34-D986-32DA-D0EBC10CD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21972"/>
            <a:ext cx="8946541" cy="4626428"/>
          </a:xfrm>
        </p:spPr>
        <p:txBody>
          <a:bodyPr>
            <a:normAutofit lnSpcReduction="10000"/>
          </a:bodyPr>
          <a:lstStyle/>
          <a:p>
            <a:pPr>
              <a:buClr>
                <a:srgbClr val="00B0F0"/>
              </a:buClr>
            </a:pPr>
            <a:r>
              <a:rPr lang="en-PH" b="1" dirty="0"/>
              <a:t>Genetic diversity</a:t>
            </a:r>
            <a:r>
              <a:rPr lang="en-PH" dirty="0"/>
              <a:t> refers to the differences in genetic characteristics among individuals of the same species.</a:t>
            </a:r>
          </a:p>
          <a:p>
            <a:pPr>
              <a:buClr>
                <a:srgbClr val="00B0F0"/>
              </a:buClr>
            </a:pPr>
            <a:r>
              <a:rPr lang="en-PH" dirty="0"/>
              <a:t>Individuals belonging to the same species are not necessarily genetically identical.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b="1" dirty="0"/>
              <a:t>Example</a:t>
            </a:r>
          </a:p>
          <a:p>
            <a:pPr>
              <a:buClr>
                <a:srgbClr val="00B0F0"/>
              </a:buClr>
            </a:pPr>
            <a:r>
              <a:rPr lang="en-PH" dirty="0"/>
              <a:t>Rice varieties can differ in: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Grain size 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Color 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Taste 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Resistance to pests 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Tolerance to drought 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Growth period 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499769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A8AE-0AF7-8F8F-D7BF-C7E735E6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Why is genetic diversity important?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B6F62-51B1-BC0B-CA74-3963BD095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en-PH" sz="2400" dirty="0"/>
              <a:t>Genetic diversity allows populations to adapt to: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Diseases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Climate change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Environmental changes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Pests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Other environmental pressures 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A population with greater genetic diversity generally has a greater range of characteristics that may help some individuals survive changing conditions.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91672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2AE6-E488-BF64-EEF4-686B52C7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Species Diversity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66425-48D9-9DD7-C767-8BEE7C68C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56" y="1853248"/>
            <a:ext cx="10457315" cy="1075009"/>
          </a:xfrm>
        </p:spPr>
        <p:txBody>
          <a:bodyPr>
            <a:normAutofit fontScale="92500"/>
          </a:bodyPr>
          <a:lstStyle/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Species diversity</a:t>
            </a:r>
            <a:r>
              <a:rPr lang="en-PH" sz="2400" dirty="0"/>
              <a:t> refers to the variety of species present in a particular area.</a:t>
            </a:r>
          </a:p>
          <a:p>
            <a:pPr marL="0" indent="0">
              <a:buClr>
                <a:srgbClr val="00B0F0"/>
              </a:buClr>
              <a:buNone/>
            </a:pPr>
            <a:endParaRPr lang="en-PH" sz="200" dirty="0"/>
          </a:p>
          <a:p>
            <a:pPr>
              <a:buClr>
                <a:srgbClr val="00B0F0"/>
              </a:buClr>
            </a:pPr>
            <a:r>
              <a:rPr lang="en-PH" sz="2400" dirty="0"/>
              <a:t>It involves two related ideas:</a:t>
            </a:r>
          </a:p>
          <a:p>
            <a:endParaRPr lang="en-PH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E8012A-AD03-49AF-364C-89A9C2E45579}"/>
              </a:ext>
            </a:extLst>
          </p:cNvPr>
          <p:cNvSpPr txBox="1">
            <a:spLocks/>
          </p:cNvSpPr>
          <p:nvPr/>
        </p:nvSpPr>
        <p:spPr>
          <a:xfrm>
            <a:off x="918256" y="3080656"/>
            <a:ext cx="4807630" cy="33246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r>
              <a:rPr lang="en-PH" b="1" dirty="0"/>
              <a:t>1. Species richness</a:t>
            </a:r>
          </a:p>
          <a:p>
            <a:pPr>
              <a:buClr>
                <a:srgbClr val="00B0F0"/>
              </a:buClr>
            </a:pPr>
            <a:r>
              <a:rPr lang="en-PH" dirty="0"/>
              <a:t>The </a:t>
            </a:r>
            <a:r>
              <a:rPr lang="en-PH" b="1" dirty="0"/>
              <a:t>number of different species</a:t>
            </a:r>
            <a:r>
              <a:rPr lang="en-PH" dirty="0"/>
              <a:t> in an area.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dirty="0"/>
              <a:t>Example:</a:t>
            </a:r>
          </a:p>
          <a:p>
            <a:pPr>
              <a:buClr>
                <a:srgbClr val="00B0F0"/>
              </a:buClr>
            </a:pPr>
            <a:r>
              <a:rPr lang="en-PH" dirty="0"/>
              <a:t>Forest A contains 50 different species, while Forest B contains 20 species.</a:t>
            </a:r>
          </a:p>
          <a:p>
            <a:pPr>
              <a:buClr>
                <a:srgbClr val="00B0F0"/>
              </a:buClr>
            </a:pPr>
            <a:r>
              <a:rPr lang="en-PH" dirty="0"/>
              <a:t>Forest A has greater </a:t>
            </a:r>
            <a:r>
              <a:rPr lang="en-PH" b="1" dirty="0"/>
              <a:t>species richness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4F68EF7-3494-918F-5755-A1402ADADB68}"/>
              </a:ext>
            </a:extLst>
          </p:cNvPr>
          <p:cNvSpPr txBox="1">
            <a:spLocks/>
          </p:cNvSpPr>
          <p:nvPr/>
        </p:nvSpPr>
        <p:spPr>
          <a:xfrm>
            <a:off x="6382885" y="3080657"/>
            <a:ext cx="4807630" cy="3324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r>
              <a:rPr lang="en-PH" b="1" dirty="0"/>
              <a:t>2. Species evenness</a:t>
            </a:r>
          </a:p>
          <a:p>
            <a:pPr>
              <a:buClr>
                <a:srgbClr val="00B0F0"/>
              </a:buClr>
            </a:pPr>
            <a:r>
              <a:rPr lang="en-PH" dirty="0"/>
              <a:t>The </a:t>
            </a:r>
            <a:r>
              <a:rPr lang="en-PH" b="1" dirty="0"/>
              <a:t>relative abundance</a:t>
            </a:r>
            <a:r>
              <a:rPr lang="en-PH" dirty="0"/>
              <a:t> of different species in an ecosystem.</a:t>
            </a:r>
          </a:p>
          <a:p>
            <a:pPr>
              <a:buClr>
                <a:srgbClr val="00B0F0"/>
              </a:buClr>
            </a:pPr>
            <a:r>
              <a:rPr lang="en-PH" dirty="0"/>
              <a:t>Example:</a:t>
            </a:r>
          </a:p>
          <a:p>
            <a:pPr>
              <a:buClr>
                <a:srgbClr val="00B0F0"/>
              </a:buClr>
            </a:pPr>
            <a:r>
              <a:rPr lang="en-PH" dirty="0"/>
              <a:t>Two forests may contain the same number of species, but one may be dominated by only one species while the other has relatively balanced populations.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28570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0B2B-A256-64D6-C161-9C55A610D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Example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5A298-982D-F3FA-A415-FA35C0A5D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34886"/>
            <a:ext cx="8946541" cy="4713513"/>
          </a:xfrm>
        </p:spPr>
        <p:txBody>
          <a:bodyPr>
            <a:normAutofit lnSpcReduction="10000"/>
          </a:bodyPr>
          <a:lstStyle/>
          <a:p>
            <a:pPr>
              <a:buClr>
                <a:srgbClr val="00B0F0"/>
              </a:buClr>
            </a:pPr>
            <a:r>
              <a:rPr lang="en-PH" sz="2800" dirty="0"/>
              <a:t>A coral reef may contain: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Hundreds of fish species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Corals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Sea stars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Sea urchins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Mollusks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Crustaceans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Algae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Microorganisms </a:t>
            </a:r>
          </a:p>
          <a:p>
            <a:pPr>
              <a:buClr>
                <a:srgbClr val="00B0F0"/>
              </a:buClr>
            </a:pPr>
            <a:r>
              <a:rPr lang="en-PH" sz="2800" dirty="0"/>
              <a:t>This represents high </a:t>
            </a:r>
            <a:r>
              <a:rPr lang="en-PH" sz="2800" b="1" dirty="0"/>
              <a:t>species diversity</a:t>
            </a:r>
            <a:r>
              <a:rPr lang="en-PH" sz="28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2400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E3B41-59BB-30BC-C77B-1D40FD312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Ecosystem Diversity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74572-A533-A126-6260-5C9BA040C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376081"/>
          </a:xfrm>
        </p:spPr>
        <p:txBody>
          <a:bodyPr>
            <a:normAutofit/>
          </a:bodyPr>
          <a:lstStyle/>
          <a:p>
            <a:pPr marL="0" indent="0">
              <a:buClr>
                <a:srgbClr val="00B0F0"/>
              </a:buClr>
              <a:buNone/>
            </a:pPr>
            <a:r>
              <a:rPr lang="en-PH" sz="2600" b="1" dirty="0"/>
              <a:t>Ecosystem diversity</a:t>
            </a:r>
            <a:r>
              <a:rPr lang="en-PH" sz="2600" dirty="0"/>
              <a:t> refers to the variety of ecosystems, habitats, and ecological communities within a geographic area.</a:t>
            </a:r>
          </a:p>
          <a:p>
            <a:endParaRPr lang="en-P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7CEB4C-BA8A-F3E5-B65A-4F971ED4AA4F}"/>
              </a:ext>
            </a:extLst>
          </p:cNvPr>
          <p:cNvSpPr txBox="1">
            <a:spLocks/>
          </p:cNvSpPr>
          <p:nvPr/>
        </p:nvSpPr>
        <p:spPr>
          <a:xfrm>
            <a:off x="4881445" y="3984172"/>
            <a:ext cx="5058002" cy="18179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0B0F0"/>
              </a:buClr>
            </a:pPr>
            <a:r>
              <a:rPr lang="en-PH" sz="2400" dirty="0"/>
              <a:t>Lakes 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Wetlands 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Grasslands 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Agricultural ecosystems</a:t>
            </a:r>
          </a:p>
          <a:p>
            <a:endParaRPr lang="en-P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6CB015-5AA0-7408-ED9F-A6040E29C971}"/>
              </a:ext>
            </a:extLst>
          </p:cNvPr>
          <p:cNvSpPr txBox="1">
            <a:spLocks/>
          </p:cNvSpPr>
          <p:nvPr/>
        </p:nvSpPr>
        <p:spPr>
          <a:xfrm>
            <a:off x="1321026" y="3585127"/>
            <a:ext cx="3733042" cy="23268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rgbClr val="00B0F0"/>
              </a:buClr>
              <a:buFont typeface="Wingdings 3" charset="2"/>
              <a:buNone/>
            </a:pPr>
            <a:r>
              <a:rPr lang="en-PH" sz="2400" dirty="0"/>
              <a:t>Examples: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Tropical rainforests 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Mangrove forests 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Coral reefs 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Seagrass beds 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69518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65E02E-6DB7-6FF5-E433-7ACD76023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255586"/>
              </p:ext>
            </p:extLst>
          </p:nvPr>
        </p:nvGraphicFramePr>
        <p:xfrm>
          <a:off x="988882" y="1159764"/>
          <a:ext cx="10214235" cy="4931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841">
                  <a:extLst>
                    <a:ext uri="{9D8B030D-6E8A-4147-A177-3AD203B41FA5}">
                      <a16:colId xmlns:a16="http://schemas.microsoft.com/office/drawing/2014/main" val="1380356534"/>
                    </a:ext>
                  </a:extLst>
                </a:gridCol>
                <a:gridCol w="3467331">
                  <a:extLst>
                    <a:ext uri="{9D8B030D-6E8A-4147-A177-3AD203B41FA5}">
                      <a16:colId xmlns:a16="http://schemas.microsoft.com/office/drawing/2014/main" val="4253791995"/>
                    </a:ext>
                  </a:extLst>
                </a:gridCol>
                <a:gridCol w="3546063">
                  <a:extLst>
                    <a:ext uri="{9D8B030D-6E8A-4147-A177-3AD203B41FA5}">
                      <a16:colId xmlns:a16="http://schemas.microsoft.com/office/drawing/2014/main" val="553407821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3300" u="none" strike="noStrike">
                          <a:effectLst/>
                        </a:rPr>
                        <a:t>Level</a:t>
                      </a:r>
                      <a:endParaRPr lang="en-PH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3300" u="none" strike="noStrike">
                          <a:effectLst/>
                        </a:rPr>
                        <a:t>Meaning</a:t>
                      </a:r>
                      <a:endParaRPr lang="en-PH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3300" u="none" strike="noStrike">
                          <a:effectLst/>
                        </a:rPr>
                        <a:t>Example</a:t>
                      </a:r>
                      <a:endParaRPr lang="en-PH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118744596"/>
                  </a:ext>
                </a:extLst>
              </a:tr>
              <a:tr h="11346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3300" u="none" strike="noStrike">
                          <a:effectLst/>
                        </a:rPr>
                        <a:t>Genetic diversity</a:t>
                      </a:r>
                      <a:endParaRPr lang="en-PH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3300" b="1" u="none" strike="noStrike" dirty="0">
                          <a:effectLst/>
                        </a:rPr>
                        <a:t>Variation</a:t>
                      </a:r>
                      <a:r>
                        <a:rPr lang="en-PH" sz="3300" u="none" strike="noStrike" dirty="0">
                          <a:effectLst/>
                        </a:rPr>
                        <a:t> within a species</a:t>
                      </a:r>
                      <a:endParaRPr lang="en-PH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3300" u="none" strike="noStrike" dirty="0">
                          <a:effectLst/>
                        </a:rPr>
                        <a:t>Different varieties of rice.</a:t>
                      </a:r>
                      <a:endParaRPr lang="en-PH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947997442"/>
                  </a:ext>
                </a:extLst>
              </a:tr>
              <a:tr h="11346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3300" u="none" strike="noStrike">
                          <a:effectLst/>
                        </a:rPr>
                        <a:t>Species diversity</a:t>
                      </a:r>
                      <a:endParaRPr lang="en-PH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3300" b="1" u="none" strike="noStrike" dirty="0">
                          <a:effectLst/>
                        </a:rPr>
                        <a:t>Variety </a:t>
                      </a:r>
                      <a:r>
                        <a:rPr lang="en-PH" sz="3300" u="none" strike="noStrike" dirty="0">
                          <a:effectLst/>
                        </a:rPr>
                        <a:t>of species in an area</a:t>
                      </a:r>
                      <a:endParaRPr lang="en-PH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3300" u="none" strike="noStrike" dirty="0">
                          <a:effectLst/>
                        </a:rPr>
                        <a:t>Different species in a forest.</a:t>
                      </a:r>
                      <a:endParaRPr lang="en-PH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4276628706"/>
                  </a:ext>
                </a:extLst>
              </a:tr>
              <a:tr h="1637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3300" u="none" strike="noStrike">
                          <a:effectLst/>
                        </a:rPr>
                        <a:t>Ecosystem diversity</a:t>
                      </a:r>
                      <a:endParaRPr lang="en-PH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3300" b="1" u="none" strike="noStrike" dirty="0">
                          <a:effectLst/>
                        </a:rPr>
                        <a:t>Variety</a:t>
                      </a:r>
                      <a:r>
                        <a:rPr lang="en-PH" sz="3300" u="none" strike="noStrike" dirty="0">
                          <a:effectLst/>
                        </a:rPr>
                        <a:t> of ecosystems in a region</a:t>
                      </a:r>
                      <a:endParaRPr lang="en-PH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3300" u="none" strike="noStrike" dirty="0">
                          <a:effectLst/>
                        </a:rPr>
                        <a:t>Forests, mangroves, coral reefs.</a:t>
                      </a:r>
                      <a:endParaRPr lang="en-PH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829205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8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B4CF-56A9-1E19-1465-FA0F946E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Importance of Biodiversity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D6F9D-0279-76EC-AD15-2E2B952F0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en-PH" sz="2400" dirty="0"/>
              <a:t>Biodiversity is essential for both </a:t>
            </a:r>
            <a:r>
              <a:rPr lang="en-PH" sz="2400" b="1" dirty="0"/>
              <a:t>ecosystem functioning and human well-being</a:t>
            </a:r>
            <a:r>
              <a:rPr lang="en-PH" sz="2400" dirty="0"/>
              <a:t>.</a:t>
            </a:r>
          </a:p>
          <a:p>
            <a:pPr>
              <a:buClr>
                <a:srgbClr val="00B0F0"/>
              </a:buClr>
            </a:pPr>
            <a:endParaRPr lang="en-PH" sz="1100" dirty="0"/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A. Ecological Importance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B. Economic Importance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C. Food Security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D. Medicinal and Scientific Importance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E. Ecosystem Services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F. Cultural and Social Importance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51607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63D0-1051-7071-FA23-122B88E3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A. Ecological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21908-3FEE-E600-C4D3-AEACDB88D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en-PH" sz="2400" dirty="0"/>
              <a:t>Biodiversity helps </a:t>
            </a:r>
            <a:r>
              <a:rPr lang="en-PH" sz="2400" b="1" dirty="0"/>
              <a:t>ecosystems function properly</a:t>
            </a:r>
            <a:r>
              <a:rPr lang="en-PH" sz="2400" dirty="0"/>
              <a:t>.</a:t>
            </a:r>
          </a:p>
          <a:p>
            <a:pPr>
              <a:buClr>
                <a:srgbClr val="00B0F0"/>
              </a:buClr>
            </a:pPr>
            <a:endParaRPr lang="en-PH" sz="1100" dirty="0"/>
          </a:p>
          <a:p>
            <a:pPr>
              <a:buClr>
                <a:srgbClr val="00B0F0"/>
              </a:buClr>
            </a:pPr>
            <a:r>
              <a:rPr lang="en-PH" sz="2400" dirty="0"/>
              <a:t>Different organisms perform different ecological roles.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dirty="0"/>
              <a:t>Example: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Plants produce oxygen and organic matter.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Pollinators help plants reproduce.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Decomposers recycle nutrients.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Predators regulate populations.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Soil organisms help maintain soil fertility.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70825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6876-E3C6-20A9-0A4C-C2AA55C0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B. Economic Importance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3118F-2CBD-1758-8789-9AB6CC0AD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510259" cy="4195481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00B0F0"/>
              </a:buClr>
            </a:pPr>
            <a:r>
              <a:rPr lang="en-PH" sz="2600" dirty="0"/>
              <a:t>Biodiversity provides resources that support economic activities.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600" dirty="0"/>
              <a:t>Examples: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Agriculture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Fisheries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Forestry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Ecotourism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Pharmaceuticals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Food production </a:t>
            </a:r>
          </a:p>
          <a:p>
            <a:pPr>
              <a:buClr>
                <a:srgbClr val="00B0F0"/>
              </a:buClr>
            </a:pPr>
            <a:r>
              <a:rPr lang="en-PH" sz="2600" dirty="0"/>
              <a:t>Many products used by humans originate from biological resources.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66609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3B9E-80E1-A003-CAA3-E20D0BFE2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Example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DC470-4BA2-AFAA-1543-2A451D89C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B0F0"/>
              </a:buClr>
            </a:pPr>
            <a:r>
              <a:rPr lang="en-PH" sz="2800" dirty="0"/>
              <a:t>Fish populations support: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Fisherfolk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Fish vendors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Food processors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Restaurants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Consumers </a:t>
            </a:r>
          </a:p>
          <a:p>
            <a:pPr>
              <a:buClr>
                <a:srgbClr val="00B0F0"/>
              </a:buClr>
            </a:pPr>
            <a:r>
              <a:rPr lang="en-PH" sz="2800" dirty="0"/>
              <a:t>Biodiversity can contribute directly to </a:t>
            </a:r>
            <a:r>
              <a:rPr lang="en-PH" sz="2800" b="1" dirty="0"/>
              <a:t>livelihoods and economic development</a:t>
            </a:r>
            <a:r>
              <a:rPr lang="en-PH" sz="28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02868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BCED-CE08-AB4F-967D-FE83D6B1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C. Food Security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82E9-7309-2624-6D72-78FF7398E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rgbClr val="00B0F0"/>
              </a:buClr>
            </a:pPr>
            <a:r>
              <a:rPr lang="en-PH" sz="2600" dirty="0"/>
              <a:t>Biodiversity contributes to food security by providing a variety of: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Crops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Livestock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Fish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Fruits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Vegetables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Wild food resources </a:t>
            </a:r>
          </a:p>
          <a:p>
            <a:pPr>
              <a:buClr>
                <a:srgbClr val="00B0F0"/>
              </a:buClr>
            </a:pPr>
            <a:r>
              <a:rPr lang="en-PH" sz="2600" dirty="0"/>
              <a:t>Genetic diversity in crops is particularly important because it can provide varieties that are resistant to diseases, pests, drought, or other environmental stresses</a:t>
            </a:r>
            <a:r>
              <a:rPr lang="en-PH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056858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182A-3A0C-1E33-C3FA-25C77857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D. Medicinal and Scientific Importance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1D5D0-6CD9-EE15-2099-FB1818FC1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Clr>
                <a:srgbClr val="00B0F0"/>
              </a:buClr>
            </a:pPr>
            <a:r>
              <a:rPr lang="en-PH" sz="3200" dirty="0"/>
              <a:t>Many organisms contain compounds that can be used in medicine and scientific research.</a:t>
            </a:r>
          </a:p>
          <a:p>
            <a:pPr>
              <a:buClr>
                <a:srgbClr val="00B0F0"/>
              </a:buClr>
            </a:pPr>
            <a:r>
              <a:rPr lang="en-PH" sz="3200" dirty="0"/>
              <a:t>Plants, fungi, bacteria, and marine organisms have contributed to the discovery of biologically active substances.</a:t>
            </a:r>
          </a:p>
          <a:p>
            <a:pPr>
              <a:buClr>
                <a:srgbClr val="00B0F0"/>
              </a:buClr>
            </a:pPr>
            <a:r>
              <a:rPr lang="en-PH" sz="3200" dirty="0"/>
              <a:t>Biodiversity therefore provides a large </a:t>
            </a:r>
            <a:r>
              <a:rPr lang="en-PH" sz="3200" b="1" dirty="0"/>
              <a:t>natural resource for scientific discovery</a:t>
            </a:r>
            <a:r>
              <a:rPr lang="en-PH" sz="32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016490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67243-E6EC-1368-97A9-CBFEB4ADD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E. Ecosystem Services</a:t>
            </a:r>
            <a:br>
              <a:rPr lang="en-PH" b="1" dirty="0"/>
            </a:br>
            <a:endParaRPr lang="en-P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5C02FF-D2FB-D8E3-3537-C265A4009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314297"/>
              </p:ext>
            </p:extLst>
          </p:nvPr>
        </p:nvGraphicFramePr>
        <p:xfrm>
          <a:off x="1307857" y="1763488"/>
          <a:ext cx="9404723" cy="3936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9697">
                  <a:extLst>
                    <a:ext uri="{9D8B030D-6E8A-4147-A177-3AD203B41FA5}">
                      <a16:colId xmlns:a16="http://schemas.microsoft.com/office/drawing/2014/main" val="181498452"/>
                    </a:ext>
                  </a:extLst>
                </a:gridCol>
                <a:gridCol w="6215026">
                  <a:extLst>
                    <a:ext uri="{9D8B030D-6E8A-4147-A177-3AD203B41FA5}">
                      <a16:colId xmlns:a16="http://schemas.microsoft.com/office/drawing/2014/main" val="3694088855"/>
                    </a:ext>
                  </a:extLst>
                </a:gridCol>
              </a:tblGrid>
              <a:tr h="8164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800" u="none" strike="noStrike" dirty="0">
                          <a:effectLst/>
                        </a:rPr>
                        <a:t>Ecosystem Service</a:t>
                      </a:r>
                      <a:endParaRPr lang="en-PH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800" u="none" strike="noStrike" dirty="0">
                          <a:effectLst/>
                        </a:rPr>
                        <a:t>Example</a:t>
                      </a:r>
                      <a:endParaRPr lang="en-PH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extLst>
                  <a:ext uri="{0D108BD9-81ED-4DB2-BD59-A6C34878D82A}">
                    <a16:rowId xmlns:a16="http://schemas.microsoft.com/office/drawing/2014/main" val="3339322383"/>
                  </a:ext>
                </a:extLst>
              </a:tr>
              <a:tr h="457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800" b="1" u="none" strike="noStrike" dirty="0">
                          <a:effectLst/>
                        </a:rPr>
                        <a:t>Provisioning</a:t>
                      </a:r>
                      <a:endParaRPr lang="en-PH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800" u="none" strike="noStrike" dirty="0">
                          <a:effectLst/>
                        </a:rPr>
                        <a:t>Food, freshwater, timber, medicines</a:t>
                      </a:r>
                      <a:endParaRPr lang="en-PH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extLst>
                  <a:ext uri="{0D108BD9-81ED-4DB2-BD59-A6C34878D82A}">
                    <a16:rowId xmlns:a16="http://schemas.microsoft.com/office/drawing/2014/main" val="1694602111"/>
                  </a:ext>
                </a:extLst>
              </a:tr>
              <a:tr h="8164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800" b="1" u="none" strike="noStrike" dirty="0">
                          <a:effectLst/>
                        </a:rPr>
                        <a:t>Regulating</a:t>
                      </a:r>
                      <a:endParaRPr lang="en-PH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800" u="none" strike="noStrike" dirty="0">
                          <a:effectLst/>
                        </a:rPr>
                        <a:t>Climate regulation, flood control, pollination.</a:t>
                      </a:r>
                      <a:endParaRPr lang="en-PH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extLst>
                  <a:ext uri="{0D108BD9-81ED-4DB2-BD59-A6C34878D82A}">
                    <a16:rowId xmlns:a16="http://schemas.microsoft.com/office/drawing/2014/main" val="1993696177"/>
                  </a:ext>
                </a:extLst>
              </a:tr>
              <a:tr h="8164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800" b="1" u="none" strike="noStrike" dirty="0">
                          <a:effectLst/>
                        </a:rPr>
                        <a:t>Cultural</a:t>
                      </a:r>
                      <a:endParaRPr lang="en-PH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800" u="none" strike="noStrike" dirty="0">
                          <a:effectLst/>
                        </a:rPr>
                        <a:t>Recreation, tourism, spiritual and cultural values.</a:t>
                      </a:r>
                      <a:endParaRPr lang="en-PH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extLst>
                  <a:ext uri="{0D108BD9-81ED-4DB2-BD59-A6C34878D82A}">
                    <a16:rowId xmlns:a16="http://schemas.microsoft.com/office/drawing/2014/main" val="3275808404"/>
                  </a:ext>
                </a:extLst>
              </a:tr>
              <a:tr h="8164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800" b="1" u="none" strike="noStrike" dirty="0">
                          <a:effectLst/>
                        </a:rPr>
                        <a:t>Supporting</a:t>
                      </a:r>
                      <a:endParaRPr lang="en-PH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800" u="none" strike="noStrike" dirty="0">
                          <a:effectLst/>
                        </a:rPr>
                        <a:t>Nutrient cycling, soil formation, primary production.</a:t>
                      </a:r>
                      <a:endParaRPr lang="en-PH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64" marR="16464" marT="16464" marB="0" anchor="ctr"/>
                </a:tc>
                <a:extLst>
                  <a:ext uri="{0D108BD9-81ED-4DB2-BD59-A6C34878D82A}">
                    <a16:rowId xmlns:a16="http://schemas.microsoft.com/office/drawing/2014/main" val="3690149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935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F33E-56D4-7CCC-D293-DB2C10BF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F. Cultural and Social Importance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C565E-D8D8-BFA2-0E9F-4D5F757C7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41714"/>
            <a:ext cx="8946541" cy="4506685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en-PH" sz="2400" dirty="0"/>
              <a:t>Biodiversity is closely connected to human culture.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Plants, animals, landscapes, forests, rivers, and coastal ecosystems may have: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Cultural significance (Philippine eagle)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Traditional uses (Bamboo)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Recreational value (Coral reefs)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Educational value (Mangrove forests)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Aesthetic value (The Banaue Rice Terraces)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For many communities, natural resources are also connected to traditional knowledge and livelihoods.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479920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0331F6A-DA09-422D-8CED-00C0B4585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7C2F65-00C4-451C-8BFA-E765DEC17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0733" y="0"/>
            <a:ext cx="321564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C045D8-708A-956D-76AC-49661EA5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169" y="1447799"/>
            <a:ext cx="2731458" cy="4766734"/>
          </a:xfrm>
        </p:spPr>
        <p:txBody>
          <a:bodyPr anchor="t">
            <a:normAutofit/>
          </a:bodyPr>
          <a:lstStyle/>
          <a:p>
            <a:r>
              <a:rPr lang="en-PH" sz="3700">
                <a:solidFill>
                  <a:schemeClr val="tx1"/>
                </a:solidFill>
              </a:rPr>
              <a:t>Threats to Biodiversity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DDF752-B2A6-49DC-B474-8E1F71AFF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4859" y="0"/>
            <a:ext cx="1438656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1DAC-2197-815C-14F2-D3BBF665C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370114"/>
            <a:ext cx="6282984" cy="5844419"/>
          </a:xfrm>
        </p:spPr>
        <p:txBody>
          <a:bodyPr anchor="t">
            <a:normAutofit/>
          </a:bodyPr>
          <a:lstStyle/>
          <a:p>
            <a:pPr>
              <a:buClr>
                <a:srgbClr val="00B0F0"/>
              </a:buClr>
            </a:pPr>
            <a:r>
              <a:rPr lang="en-PH" sz="2800" dirty="0"/>
              <a:t>Biodiversity is declining because of both </a:t>
            </a:r>
            <a:r>
              <a:rPr lang="en-PH" sz="2800" b="1" dirty="0"/>
              <a:t>human activities and natural environmental changes</a:t>
            </a:r>
            <a:r>
              <a:rPr lang="en-PH" sz="2800" dirty="0"/>
              <a:t>.</a:t>
            </a:r>
          </a:p>
          <a:p>
            <a:endParaRPr lang="en-PH" sz="2800" dirty="0"/>
          </a:p>
          <a:p>
            <a:pPr>
              <a:buClr>
                <a:srgbClr val="00B0F0"/>
              </a:buClr>
            </a:pPr>
            <a:r>
              <a:rPr lang="en-PH" sz="2800" b="1" dirty="0"/>
              <a:t>Major threats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7307D-0C74-131E-8E4A-D7A81850F35F}"/>
              </a:ext>
            </a:extLst>
          </p:cNvPr>
          <p:cNvSpPr txBox="1"/>
          <p:nvPr/>
        </p:nvSpPr>
        <p:spPr>
          <a:xfrm>
            <a:off x="1094887" y="3173219"/>
            <a:ext cx="6096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PH" sz="2800" b="1" dirty="0"/>
              <a:t>H</a:t>
            </a:r>
            <a:r>
              <a:rPr lang="en-PH" sz="2800" dirty="0"/>
              <a:t> – Habitat loss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PH" sz="2800" b="1" dirty="0"/>
              <a:t>I</a:t>
            </a:r>
            <a:r>
              <a:rPr lang="en-PH" sz="2800" dirty="0"/>
              <a:t> – Invasive species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PH" sz="2800" b="1" dirty="0"/>
              <a:t>P</a:t>
            </a:r>
            <a:r>
              <a:rPr lang="en-PH" sz="2800" dirty="0"/>
              <a:t> – Pollution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PH" sz="2800" b="1" dirty="0"/>
              <a:t>P</a:t>
            </a:r>
            <a:r>
              <a:rPr lang="en-PH" sz="2800" dirty="0"/>
              <a:t> – Population/human pressure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PH" sz="2800" b="1" dirty="0"/>
              <a:t>O</a:t>
            </a:r>
            <a:r>
              <a:rPr lang="en-PH" sz="2800" dirty="0"/>
              <a:t> – Overexploitation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PH" sz="2800" b="1" dirty="0"/>
              <a:t>C</a:t>
            </a:r>
            <a:r>
              <a:rPr lang="en-PH" sz="2800" dirty="0"/>
              <a:t> – Climate change</a:t>
            </a:r>
            <a:br>
              <a:rPr lang="en-PH" sz="2400" dirty="0"/>
            </a:b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80842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1A2D-98D4-286F-ABAD-566BB2F3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Habitat Loss and Destruction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00AF7-E1C7-056F-8421-D3B633D9C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rgbClr val="00B0F0"/>
              </a:buClr>
            </a:pPr>
            <a:r>
              <a:rPr lang="en-PH" sz="2800" b="1" dirty="0"/>
              <a:t>Habitat loss</a:t>
            </a:r>
            <a:r>
              <a:rPr lang="en-PH" sz="2800" dirty="0"/>
              <a:t> occurs when natural habitats are destroyed or converted into areas used for human activities.</a:t>
            </a:r>
          </a:p>
          <a:p>
            <a:pPr>
              <a:buClr>
                <a:srgbClr val="00B0F0"/>
              </a:buClr>
            </a:pPr>
            <a:r>
              <a:rPr lang="en-PH" sz="2800" dirty="0"/>
              <a:t>Examples: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Deforestation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Urbanization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Mining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Agricultural expansion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Road construction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Coastal development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2495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FC35-57AB-B832-8852-E99515C4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Example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4A0D4-C9A0-5338-8495-B6F3628AD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B0F0"/>
              </a:buClr>
            </a:pPr>
            <a:r>
              <a:rPr lang="en-PH" sz="2800" dirty="0"/>
              <a:t>When a forest is cleared for agriculture, organisms that depend on the forest may lose: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Food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Shelter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Breeding sites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Protection </a:t>
            </a:r>
          </a:p>
          <a:p>
            <a:pPr>
              <a:buClr>
                <a:srgbClr val="00B0F0"/>
              </a:buClr>
            </a:pPr>
            <a:r>
              <a:rPr lang="en-PH" sz="2800" dirty="0"/>
              <a:t>Some species may be forced to move, while others may decline or disappear.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662125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E3146-71E3-8F8B-7D56-8DFB0539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2. Invasive Species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040A1-8268-EFCA-7D6E-6B64C0291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>
            <a:normAutofit fontScale="70000" lnSpcReduction="20000"/>
          </a:bodyPr>
          <a:lstStyle/>
          <a:p>
            <a:pPr>
              <a:buClr>
                <a:srgbClr val="00B0F0"/>
              </a:buClr>
            </a:pPr>
            <a:r>
              <a:rPr lang="en-PH" sz="2900" dirty="0"/>
              <a:t>An </a:t>
            </a:r>
            <a:r>
              <a:rPr lang="en-PH" sz="2900" b="1" dirty="0"/>
              <a:t>invasive species</a:t>
            </a:r>
            <a:r>
              <a:rPr lang="en-PH" sz="2900" dirty="0"/>
              <a:t> is a </a:t>
            </a:r>
            <a:r>
              <a:rPr lang="en-PH" sz="2900" dirty="0">
                <a:solidFill>
                  <a:srgbClr val="FF0000"/>
                </a:solidFill>
              </a:rPr>
              <a:t>non-native organism </a:t>
            </a:r>
            <a:r>
              <a:rPr lang="en-PH" sz="2900" dirty="0"/>
              <a:t>that establishes itself and causes ecological, economic, or other harm.</a:t>
            </a:r>
          </a:p>
          <a:p>
            <a:pPr>
              <a:buClr>
                <a:srgbClr val="00B0F0"/>
              </a:buClr>
            </a:pPr>
            <a:r>
              <a:rPr lang="en-PH" sz="2900" dirty="0"/>
              <a:t>Such species may:</a:t>
            </a:r>
          </a:p>
          <a:p>
            <a:pPr lvl="1">
              <a:buClr>
                <a:srgbClr val="00B0F0"/>
              </a:buClr>
            </a:pPr>
            <a:r>
              <a:rPr lang="en-PH" sz="2900" dirty="0"/>
              <a:t>Compete with native species </a:t>
            </a:r>
          </a:p>
          <a:p>
            <a:pPr lvl="1">
              <a:buClr>
                <a:srgbClr val="00B0F0"/>
              </a:buClr>
            </a:pPr>
            <a:r>
              <a:rPr lang="en-PH" sz="2900" dirty="0"/>
              <a:t>Consume native organisms </a:t>
            </a:r>
          </a:p>
          <a:p>
            <a:pPr lvl="1">
              <a:buClr>
                <a:srgbClr val="00B0F0"/>
              </a:buClr>
            </a:pPr>
            <a:r>
              <a:rPr lang="en-PH" sz="2900" dirty="0"/>
              <a:t>Introduce diseases </a:t>
            </a:r>
          </a:p>
          <a:p>
            <a:pPr lvl="1">
              <a:buClr>
                <a:srgbClr val="00B0F0"/>
              </a:buClr>
            </a:pPr>
            <a:r>
              <a:rPr lang="en-PH" sz="2900" dirty="0"/>
              <a:t>Alter habitats </a:t>
            </a:r>
          </a:p>
          <a:p>
            <a:pPr lvl="1">
              <a:buClr>
                <a:srgbClr val="00B0F0"/>
              </a:buClr>
            </a:pPr>
            <a:r>
              <a:rPr lang="en-PH" sz="2900" dirty="0"/>
              <a:t>Disrupt food webs</a:t>
            </a:r>
          </a:p>
          <a:p>
            <a:pPr lvl="0">
              <a:buClr>
                <a:srgbClr val="00B0F0"/>
              </a:buClr>
            </a:pPr>
            <a:endParaRPr lang="en-PH" sz="2300" dirty="0"/>
          </a:p>
          <a:p>
            <a:pPr marL="0" indent="0">
              <a:buClr>
                <a:srgbClr val="00B0F0"/>
              </a:buClr>
              <a:buNone/>
            </a:pPr>
            <a:r>
              <a:rPr lang="en-PH" sz="2900" b="1" dirty="0"/>
              <a:t>Example</a:t>
            </a:r>
          </a:p>
          <a:p>
            <a:pPr>
              <a:buClr>
                <a:srgbClr val="00B0F0"/>
              </a:buClr>
            </a:pPr>
            <a:r>
              <a:rPr lang="en-PH" sz="2900" dirty="0"/>
              <a:t>The introduction of non-native species into an ecosystem can change relationships among native organisms and reduce native biodiversity.</a:t>
            </a:r>
          </a:p>
          <a:p>
            <a:pPr lvl="0">
              <a:buClr>
                <a:srgbClr val="00B0F0"/>
              </a:buClr>
            </a:pPr>
            <a:endParaRPr lang="en-PH" sz="22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43049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D60E-0EF1-09BF-8C8E-06987326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3. Pollution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227A-A81E-8B13-1FBA-91837DA2E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00200"/>
            <a:ext cx="8946541" cy="4648199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00B0F0"/>
              </a:buClr>
              <a:buNone/>
            </a:pPr>
            <a:r>
              <a:rPr lang="en-PH" sz="2600" dirty="0"/>
              <a:t>Pollution can damage organisms and their habitats.</a:t>
            </a:r>
          </a:p>
          <a:p>
            <a:pPr>
              <a:buClr>
                <a:srgbClr val="00B0F0"/>
              </a:buClr>
            </a:pPr>
            <a:r>
              <a:rPr lang="en-PH" sz="2600" b="1" dirty="0"/>
              <a:t>Air pollution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Can affect plants, animals, and atmospheric processes.</a:t>
            </a:r>
          </a:p>
          <a:p>
            <a:pPr>
              <a:buClr>
                <a:srgbClr val="00B0F0"/>
              </a:buClr>
            </a:pPr>
            <a:r>
              <a:rPr lang="en-PH" sz="2600" b="1" dirty="0"/>
              <a:t>Water pollution</a:t>
            </a:r>
            <a:r>
              <a:rPr lang="en-PH" sz="2600" dirty="0"/>
              <a:t> can result from</a:t>
            </a:r>
            <a:endParaRPr lang="en-PH" sz="2600" b="1" dirty="0"/>
          </a:p>
          <a:p>
            <a:pPr lvl="1">
              <a:buClr>
                <a:srgbClr val="00B0F0"/>
              </a:buClr>
            </a:pPr>
            <a:r>
              <a:rPr lang="en-PH" sz="2400" dirty="0"/>
              <a:t>Sewage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Agricultural runoff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Industrial waste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Plastics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Oil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99643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7FD7-41AF-6DC2-CE40-C9EA308C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AC17E-7FAE-D7F6-B209-21D729980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en-PH" sz="2800" b="1" dirty="0"/>
              <a:t>Soil pollution </a:t>
            </a:r>
            <a:r>
              <a:rPr lang="en-PH" sz="2800" dirty="0"/>
              <a:t>can result from: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Pesticides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Heavy metals 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Improper waste disposal </a:t>
            </a:r>
          </a:p>
          <a:p>
            <a:pPr>
              <a:buClr>
                <a:srgbClr val="00B0F0"/>
              </a:buClr>
            </a:pPr>
            <a:r>
              <a:rPr lang="en-PH" sz="2800" b="1" dirty="0"/>
              <a:t>Plastic pollution</a:t>
            </a:r>
          </a:p>
          <a:p>
            <a:pPr lvl="1">
              <a:buClr>
                <a:srgbClr val="00B0F0"/>
              </a:buClr>
            </a:pPr>
            <a:r>
              <a:rPr lang="en-PH" sz="2600" dirty="0"/>
              <a:t>Plastic waste can enter rivers and oceans and harm marine organisms through ingestion or entanglement.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77112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77735-8834-2CC4-DE19-596DD2D2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4. Overexploitation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0C6A2-E0F2-2B43-AFED-63332FED8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52600"/>
            <a:ext cx="8946541" cy="4495800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B0F0"/>
              </a:buClr>
            </a:pPr>
            <a:r>
              <a:rPr lang="en-PH" sz="2200" b="1" dirty="0"/>
              <a:t>Overexploitation</a:t>
            </a:r>
            <a:r>
              <a:rPr lang="en-PH" sz="2200" dirty="0"/>
              <a:t> occurs when organisms or natural resources are harvested faster than they can naturally reproduce or recover.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200" dirty="0"/>
              <a:t>Examples: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Overfishing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Illegal logging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Excessive hunting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Collection of wild plants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Wildlife trafficking </a:t>
            </a:r>
          </a:p>
          <a:p>
            <a:pPr lvl="0">
              <a:buClr>
                <a:srgbClr val="00B0F0"/>
              </a:buClr>
            </a:pPr>
            <a:endParaRPr lang="en-PH" sz="1200" dirty="0"/>
          </a:p>
          <a:p>
            <a:pPr marL="0" indent="0">
              <a:buClr>
                <a:srgbClr val="00B0F0"/>
              </a:buClr>
              <a:buNone/>
            </a:pPr>
            <a:r>
              <a:rPr lang="en-PH" sz="2200" b="1" dirty="0"/>
              <a:t>Example</a:t>
            </a:r>
          </a:p>
          <a:p>
            <a:pPr>
              <a:buClr>
                <a:srgbClr val="00B0F0"/>
              </a:buClr>
            </a:pPr>
            <a:r>
              <a:rPr lang="en-PH" sz="2200" dirty="0"/>
              <a:t>If fish are caught faster than they reproduce, the fish population can decline.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532091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E390-8D82-5B29-34E6-295F2E81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6. Climate Change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3DF1-4F37-F6E4-3BE4-4C72F4070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21972"/>
            <a:ext cx="3719059" cy="46917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en-PH" sz="2600" dirty="0"/>
              <a:t>Climate change can alter environmental conditions such as: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Temperature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Rainfall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Sea level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Ocean temperature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Ocean chemistry </a:t>
            </a:r>
          </a:p>
          <a:p>
            <a:endParaRPr lang="en-P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45D7F9-3900-B035-2734-2F6194085AFF}"/>
              </a:ext>
            </a:extLst>
          </p:cNvPr>
          <p:cNvSpPr txBox="1">
            <a:spLocks/>
          </p:cNvSpPr>
          <p:nvPr/>
        </p:nvSpPr>
        <p:spPr>
          <a:xfrm>
            <a:off x="5348472" y="1621972"/>
            <a:ext cx="6533767" cy="469174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0B0F0"/>
              </a:buClr>
            </a:pPr>
            <a:r>
              <a:rPr lang="en-PH" sz="2600" dirty="0"/>
              <a:t>Species may need to: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Adapt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Move to new habitats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Change their behavior </a:t>
            </a:r>
          </a:p>
          <a:p>
            <a:pPr>
              <a:buClr>
                <a:srgbClr val="00B0F0"/>
              </a:buClr>
            </a:pPr>
            <a:r>
              <a:rPr lang="en-PH" sz="2600" dirty="0"/>
              <a:t>Species that cannot adapt or move quickly enough may experience population decline.</a:t>
            </a:r>
          </a:p>
          <a:p>
            <a:pPr marL="0" indent="0">
              <a:buClr>
                <a:srgbClr val="00B0F0"/>
              </a:buClr>
              <a:buFont typeface="Wingdings 3" charset="2"/>
              <a:buNone/>
            </a:pPr>
            <a:r>
              <a:rPr lang="en-PH" sz="2600" b="1" dirty="0"/>
              <a:t>Example</a:t>
            </a:r>
          </a:p>
          <a:p>
            <a:pPr>
              <a:buClr>
                <a:srgbClr val="00B0F0"/>
              </a:buClr>
            </a:pPr>
            <a:r>
              <a:rPr lang="en-PH" sz="2600" dirty="0"/>
              <a:t>Coral reefs are particularly vulnerable to increasing ocean temperatures because prolonged heat stress can cause </a:t>
            </a:r>
            <a:r>
              <a:rPr lang="en-PH" sz="2600" b="1" dirty="0"/>
              <a:t>coral bleaching</a:t>
            </a:r>
            <a:r>
              <a:rPr lang="en-PH" sz="26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4722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331F6A-DA09-422D-8CED-00C0B4585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7C2F65-00C4-451C-8BFA-E765DEC17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0733" y="0"/>
            <a:ext cx="321564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CBF40-54BB-7573-AB66-65F78E05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169" y="1447799"/>
            <a:ext cx="2731458" cy="4766734"/>
          </a:xfrm>
        </p:spPr>
        <p:txBody>
          <a:bodyPr anchor="t">
            <a:normAutofit/>
          </a:bodyPr>
          <a:lstStyle/>
          <a:p>
            <a:r>
              <a:rPr lang="en-PH" sz="3100" b="1">
                <a:solidFill>
                  <a:schemeClr val="tx1"/>
                </a:solidFill>
              </a:rPr>
              <a:t>Conservation of Biodiversity</a:t>
            </a:r>
            <a:br>
              <a:rPr lang="en-PH" sz="3100" b="1">
                <a:solidFill>
                  <a:schemeClr val="tx1"/>
                </a:solidFill>
              </a:rPr>
            </a:br>
            <a:endParaRPr lang="en-PH" sz="31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DF752-B2A6-49DC-B474-8E1F71AFF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4859" y="0"/>
            <a:ext cx="1438656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64FF9-26C2-DAFE-F973-B40EFEAAF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653144"/>
            <a:ext cx="6282984" cy="5834742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00B0F0"/>
              </a:buClr>
              <a:buNone/>
            </a:pPr>
            <a:r>
              <a:rPr lang="en-PH" sz="2800" b="1" dirty="0"/>
              <a:t>Biodiversity conservation</a:t>
            </a:r>
            <a:r>
              <a:rPr lang="en-PH" sz="2800" dirty="0"/>
              <a:t> refers to the protection, management, and sustainable use of biological diversity.</a:t>
            </a:r>
          </a:p>
          <a:p>
            <a:pPr>
              <a:buClr>
                <a:srgbClr val="00B0F0"/>
              </a:buClr>
            </a:pPr>
            <a:r>
              <a:rPr lang="en-PH" sz="2800" dirty="0"/>
              <a:t>Major approaches: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In-situ conservation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Ex-situ conservation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Sustainable use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Habitat restoration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Laws and policies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Community participation </a:t>
            </a:r>
          </a:p>
          <a:p>
            <a:pPr lvl="1">
              <a:buClr>
                <a:srgbClr val="00B0F0"/>
              </a:buClr>
            </a:pPr>
            <a:r>
              <a:rPr lang="en-PH" sz="2400" dirty="0"/>
              <a:t>Education and awareness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39447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69A6-ABC8-7285-45BB-F78ACF13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A. In-Situ Conservation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CBC05-A83E-B2BF-6E02-408BB87BA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rgbClr val="00B0F0"/>
              </a:buClr>
            </a:pPr>
            <a:r>
              <a:rPr lang="en-PH" sz="2400" b="1" dirty="0"/>
              <a:t>In-situ conservation</a:t>
            </a:r>
            <a:r>
              <a:rPr lang="en-PH" sz="2400" dirty="0"/>
              <a:t> means conserving organisms </a:t>
            </a:r>
            <a:r>
              <a:rPr lang="en-PH" sz="2400" b="1" dirty="0"/>
              <a:t>in their natural habitats</a:t>
            </a:r>
            <a:r>
              <a:rPr lang="en-PH" sz="2400" dirty="0"/>
              <a:t>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dirty="0"/>
              <a:t>Examples: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National parks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Wildlife sanctuaries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Marine protected areas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Forest reserves </a:t>
            </a:r>
          </a:p>
          <a:p>
            <a:pPr lvl="1">
              <a:buClr>
                <a:srgbClr val="00B0F0"/>
              </a:buClr>
            </a:pPr>
            <a:r>
              <a:rPr lang="en-PH" sz="2200" dirty="0"/>
              <a:t>Protected landscapes and seascapes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Example</a:t>
            </a:r>
          </a:p>
          <a:p>
            <a:pPr>
              <a:buClr>
                <a:srgbClr val="00B0F0"/>
              </a:buClr>
            </a:pPr>
            <a:r>
              <a:rPr lang="en-PH" sz="2400" dirty="0"/>
              <a:t>Protecting a coral reef through a </a:t>
            </a:r>
            <a:r>
              <a:rPr lang="en-PH" sz="2400" b="1" dirty="0"/>
              <a:t>marine protected area</a:t>
            </a:r>
            <a:r>
              <a:rPr lang="en-PH" sz="2400" dirty="0"/>
              <a:t> allows organisms to remain within their natural ecosystem.</a:t>
            </a:r>
          </a:p>
          <a:p>
            <a:pPr lvl="0">
              <a:buClr>
                <a:srgbClr val="00B0F0"/>
              </a:buClr>
            </a:pPr>
            <a:endParaRPr lang="en-PH" sz="24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94310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E215-4974-5A0A-61D3-D94FE815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B. Ex-Situ Conservation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2B11D-F275-123C-8701-D5DDAFD00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21972"/>
            <a:ext cx="8946541" cy="4626428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B0F0"/>
              </a:buClr>
            </a:pPr>
            <a:r>
              <a:rPr lang="en-PH" sz="2200" b="1" dirty="0"/>
              <a:t>Ex-situ conservation</a:t>
            </a:r>
            <a:r>
              <a:rPr lang="en-PH" sz="2200" dirty="0"/>
              <a:t> means conserving organisms </a:t>
            </a:r>
            <a:r>
              <a:rPr lang="en-PH" sz="2200" b="1" dirty="0"/>
              <a:t>outside their natural habitats</a:t>
            </a:r>
            <a:r>
              <a:rPr lang="en-PH" sz="2200" dirty="0"/>
              <a:t>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200" dirty="0"/>
              <a:t>Examples: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Zoos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Botanical gardens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Seed banks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Gene banks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Aquariums 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Captive breeding facilities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200" b="1" dirty="0"/>
              <a:t>Example</a:t>
            </a:r>
          </a:p>
          <a:p>
            <a:pPr>
              <a:buClr>
                <a:srgbClr val="00B0F0"/>
              </a:buClr>
            </a:pPr>
            <a:r>
              <a:rPr lang="en-PH" sz="2200" dirty="0"/>
              <a:t>A rare plant may be cultivated in a botanical garden when its natural population is threatened.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85801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24A8-E010-E0EB-143C-58A2E211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C. Sustainable Use of Biological Resources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8DDA8-8B94-F18D-7B48-7E8C06E2C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4774974" cy="419548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en-PH" b="1" dirty="0"/>
              <a:t>Sustainable use</a:t>
            </a:r>
            <a:r>
              <a:rPr lang="en-PH" dirty="0"/>
              <a:t> means using biological resources at a rate that allows them to remain available for future generations.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dirty="0"/>
              <a:t>Examples:</a:t>
            </a:r>
          </a:p>
          <a:p>
            <a:pPr lvl="0">
              <a:buClr>
                <a:srgbClr val="00B0F0"/>
              </a:buClr>
            </a:pPr>
            <a:r>
              <a:rPr lang="en-PH" dirty="0"/>
              <a:t>Sustainable fishing </a:t>
            </a:r>
          </a:p>
          <a:p>
            <a:pPr lvl="0">
              <a:buClr>
                <a:srgbClr val="00B0F0"/>
              </a:buClr>
            </a:pPr>
            <a:r>
              <a:rPr lang="en-PH" dirty="0"/>
              <a:t>Sustainable forestry </a:t>
            </a:r>
          </a:p>
          <a:p>
            <a:pPr lvl="0">
              <a:buClr>
                <a:srgbClr val="00B0F0"/>
              </a:buClr>
            </a:pPr>
            <a:r>
              <a:rPr lang="en-PH" dirty="0"/>
              <a:t>Responsible wildlife management </a:t>
            </a:r>
          </a:p>
          <a:p>
            <a:pPr lvl="0">
              <a:buClr>
                <a:srgbClr val="00B0F0"/>
              </a:buClr>
            </a:pPr>
            <a:r>
              <a:rPr lang="en-PH" dirty="0"/>
              <a:t>Sustainable agriculture </a:t>
            </a:r>
          </a:p>
          <a:p>
            <a:pPr lvl="0">
              <a:buClr>
                <a:srgbClr val="00B0F0"/>
              </a:buClr>
            </a:pPr>
            <a:r>
              <a:rPr lang="en-PH" dirty="0"/>
              <a:t>Ecotourism </a:t>
            </a:r>
          </a:p>
          <a:p>
            <a:endParaRPr lang="en-P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297347-EC5E-1EAF-BAD6-7AFF3FF02353}"/>
              </a:ext>
            </a:extLst>
          </p:cNvPr>
          <p:cNvSpPr txBox="1">
            <a:spLocks/>
          </p:cNvSpPr>
          <p:nvPr/>
        </p:nvSpPr>
        <p:spPr>
          <a:xfrm>
            <a:off x="6379029" y="2052917"/>
            <a:ext cx="4898571" cy="41954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r>
              <a:rPr lang="en-PH" b="1" dirty="0"/>
              <a:t>Example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dirty="0"/>
              <a:t>Instead of catching unlimited fish, fishing regulations can establish:</a:t>
            </a:r>
          </a:p>
          <a:p>
            <a:pPr>
              <a:buClr>
                <a:srgbClr val="00B0F0"/>
              </a:buClr>
            </a:pPr>
            <a:r>
              <a:rPr lang="en-PH" dirty="0"/>
              <a:t>Catch limits </a:t>
            </a:r>
          </a:p>
          <a:p>
            <a:pPr>
              <a:buClr>
                <a:srgbClr val="00B0F0"/>
              </a:buClr>
            </a:pPr>
            <a:r>
              <a:rPr lang="en-PH" dirty="0"/>
              <a:t>Fishing seasons </a:t>
            </a:r>
          </a:p>
          <a:p>
            <a:pPr>
              <a:buClr>
                <a:srgbClr val="00B0F0"/>
              </a:buClr>
            </a:pPr>
            <a:r>
              <a:rPr lang="en-PH" dirty="0"/>
              <a:t>Minimum size limits </a:t>
            </a:r>
          </a:p>
          <a:p>
            <a:pPr>
              <a:buClr>
                <a:srgbClr val="00B0F0"/>
              </a:buClr>
            </a:pPr>
            <a:r>
              <a:rPr lang="en-PH" dirty="0"/>
              <a:t>Protected areas </a:t>
            </a:r>
          </a:p>
          <a:p>
            <a:pPr>
              <a:buClr>
                <a:srgbClr val="00B0F0"/>
              </a:buClr>
            </a:pPr>
            <a:r>
              <a:rPr lang="en-PH" dirty="0"/>
              <a:t>Restrictions on destructive fishing methods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36916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112A-6170-CBD8-A155-C880182C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D. Habitat Restoration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D0FA5-CD35-3190-0C67-D3BA446CF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00200"/>
            <a:ext cx="8946541" cy="4648199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en-PH" b="1" dirty="0"/>
              <a:t>Habitat restoration</a:t>
            </a:r>
            <a:r>
              <a:rPr lang="en-PH" dirty="0"/>
              <a:t> involves repairing or improving ecosystems that have been degraded or damaged.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dirty="0"/>
              <a:t>Examples: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Reforestation 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Mangrove restoration 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Coral reef rehabilitation 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Wetland restoration </a:t>
            </a:r>
          </a:p>
          <a:p>
            <a:pPr lvl="1">
              <a:buClr>
                <a:srgbClr val="00B0F0"/>
              </a:buClr>
            </a:pPr>
            <a:r>
              <a:rPr lang="en-PH" dirty="0"/>
              <a:t>River rehabilitation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b="1" dirty="0"/>
              <a:t>Example</a:t>
            </a:r>
          </a:p>
          <a:p>
            <a:pPr>
              <a:buClr>
                <a:srgbClr val="00B0F0"/>
              </a:buClr>
            </a:pPr>
            <a:r>
              <a:rPr lang="en-PH" dirty="0"/>
              <a:t>Planting mangroves in degraded coastal areas can help restore habitat for fish, crabs, birds, and other organisms while also helping protect coastlines.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95153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018D-D722-81DC-1C7E-8AC0C36DF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E. Laws and Policies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3DCB8-E644-64BA-8587-865FC1713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4257"/>
            <a:ext cx="8946541" cy="5148943"/>
          </a:xfrm>
        </p:spPr>
        <p:txBody>
          <a:bodyPr>
            <a:normAutofit fontScale="92500" lnSpcReduction="20000"/>
          </a:bodyPr>
          <a:lstStyle/>
          <a:p>
            <a:pPr marL="0" indent="0">
              <a:buClr>
                <a:srgbClr val="00B0F0"/>
              </a:buClr>
              <a:buNone/>
            </a:pPr>
            <a:r>
              <a:rPr lang="en-PH" sz="2400" dirty="0"/>
              <a:t>Governments establish laws and policies to protect biodiversity.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Republic Act No. 9147</a:t>
            </a:r>
          </a:p>
          <a:p>
            <a:pPr lvl="1">
              <a:buClr>
                <a:srgbClr val="00B0F0"/>
              </a:buClr>
            </a:pPr>
            <a:r>
              <a:rPr lang="en-PH" sz="2000" b="1" dirty="0"/>
              <a:t>Wildlife Resources Conservation and Protection Act</a:t>
            </a:r>
            <a:endParaRPr lang="en-PH" sz="2000" dirty="0"/>
          </a:p>
          <a:p>
            <a:pPr lvl="1">
              <a:buClr>
                <a:srgbClr val="00B0F0"/>
              </a:buClr>
            </a:pPr>
            <a:r>
              <a:rPr lang="en-PH" sz="2000" dirty="0"/>
              <a:t>It provides for the conservation and protection of wildlife resources and their habitats.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Republic Act No. 7586</a:t>
            </a:r>
          </a:p>
          <a:p>
            <a:pPr lvl="1">
              <a:buClr>
                <a:srgbClr val="00B0F0"/>
              </a:buClr>
            </a:pPr>
            <a:r>
              <a:rPr lang="en-PH" sz="2000" b="1" dirty="0"/>
              <a:t>National Integrated Protected Areas System (NIPAS) Act of 1992</a:t>
            </a:r>
            <a:endParaRPr lang="en-PH" sz="2000" dirty="0"/>
          </a:p>
          <a:p>
            <a:pPr lvl="1">
              <a:buClr>
                <a:srgbClr val="00B0F0"/>
              </a:buClr>
            </a:pPr>
            <a:r>
              <a:rPr lang="en-PH" sz="2000" dirty="0"/>
              <a:t>It established a system for identifying and managing protected areas.</a:t>
            </a:r>
          </a:p>
          <a:p>
            <a:pPr lvl="1">
              <a:buClr>
                <a:srgbClr val="00B0F0"/>
              </a:buClr>
            </a:pPr>
            <a:r>
              <a:rPr lang="en-PH" sz="2000" dirty="0"/>
              <a:t>It was strengthened by: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en-PH" sz="2400" b="1" dirty="0"/>
              <a:t>Republic Act No. 11038</a:t>
            </a:r>
          </a:p>
          <a:p>
            <a:pPr lvl="1">
              <a:buClr>
                <a:srgbClr val="00B0F0"/>
              </a:buClr>
            </a:pPr>
            <a:r>
              <a:rPr lang="en-PH" sz="2000" b="1" dirty="0"/>
              <a:t>Expanded NIPAS Act of 2018</a:t>
            </a:r>
            <a:endParaRPr lang="en-PH" sz="2000" dirty="0"/>
          </a:p>
          <a:p>
            <a:pPr lvl="1">
              <a:buClr>
                <a:srgbClr val="00B0F0"/>
              </a:buClr>
            </a:pPr>
            <a:r>
              <a:rPr lang="en-PH" sz="2000" dirty="0"/>
              <a:t>It expanded the country's protected-area system and strengthened protection and management provisions.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89416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02AE-5EF4-1E5E-82EC-5C8BC7B7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b="1" dirty="0"/>
              <a:t>Biodiversity in the Philippines</a:t>
            </a:r>
            <a:br>
              <a:rPr lang="en-PH" sz="4400" b="1" dirty="0"/>
            </a:br>
            <a:endParaRPr lang="en-PH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0B3C7-507B-067D-1355-A6BE634C7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21972"/>
            <a:ext cx="8946541" cy="4626428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00B0F0"/>
              </a:buClr>
            </a:pPr>
            <a:r>
              <a:rPr lang="en-PH" sz="2600" dirty="0"/>
              <a:t>The Philippines is recognized as a </a:t>
            </a:r>
            <a:r>
              <a:rPr lang="en-PH" sz="2600" b="1" dirty="0"/>
              <a:t>megadiverse country</a:t>
            </a:r>
            <a:r>
              <a:rPr lang="en-PH" sz="2600" dirty="0"/>
              <a:t> because of its high biological diversity and high level of endemism.</a:t>
            </a:r>
          </a:p>
          <a:p>
            <a:pPr>
              <a:buClr>
                <a:srgbClr val="00B0F0"/>
              </a:buClr>
            </a:pPr>
            <a:r>
              <a:rPr lang="en-PH" sz="2800" dirty="0"/>
              <a:t>A </a:t>
            </a:r>
            <a:r>
              <a:rPr lang="en-PH" sz="2800" b="1" dirty="0"/>
              <a:t>megadiverse country</a:t>
            </a:r>
            <a:r>
              <a:rPr lang="en-PH" sz="2800" dirty="0"/>
              <a:t> is a country that has </a:t>
            </a:r>
            <a:r>
              <a:rPr lang="en-PH" sz="2800" b="1" dirty="0"/>
              <a:t>an exceptionally large variety of living organisms (biodiversity)</a:t>
            </a:r>
            <a:r>
              <a:rPr lang="en-PH" sz="2800" dirty="0"/>
              <a:t> and contains a </a:t>
            </a:r>
            <a:r>
              <a:rPr lang="en-PH" sz="2800" b="1" dirty="0"/>
              <a:t>high number of species that are found nowhere else in the world (endemic species)</a:t>
            </a:r>
            <a:r>
              <a:rPr lang="en-PH" sz="2800" dirty="0"/>
              <a:t>.</a:t>
            </a:r>
            <a:endParaRPr lang="en-PH" sz="2600" dirty="0"/>
          </a:p>
          <a:p>
            <a:pPr>
              <a:buClr>
                <a:srgbClr val="00B0F0"/>
              </a:buClr>
            </a:pPr>
            <a:r>
              <a:rPr lang="en-PH" sz="2600" dirty="0"/>
              <a:t>Example: the </a:t>
            </a:r>
            <a:r>
              <a:rPr lang="en-PH" sz="2600" b="1" dirty="0"/>
              <a:t>Philippine eagle</a:t>
            </a:r>
            <a:r>
              <a:rPr lang="en-PH" sz="2600" dirty="0"/>
              <a:t> is endemic to the Philippines.</a:t>
            </a:r>
          </a:p>
          <a:p>
            <a:pPr>
              <a:buClr>
                <a:srgbClr val="00B0F0"/>
              </a:buClr>
            </a:pPr>
            <a:r>
              <a:rPr lang="en-PH" sz="2600" dirty="0"/>
              <a:t>Endemic species are particularly vulnerable because if their limited habitat is destroyed, they may have nowhere else to naturally occur.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14268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40527-A927-D6CE-4152-43C74039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PH">
                <a:solidFill>
                  <a:srgbClr val="EBEBEB"/>
                </a:solidFill>
              </a:rPr>
              <a:t>Class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98F12-4B37-C86F-68D6-168CE95AE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00B0F0"/>
              </a:buClr>
              <a:buFont typeface="+mj-lt"/>
              <a:buAutoNum type="arabicPeriod"/>
            </a:pPr>
            <a:r>
              <a:rPr lang="en-PH" dirty="0">
                <a:solidFill>
                  <a:srgbClr val="FFFFFF"/>
                </a:solidFill>
              </a:rPr>
              <a:t>What would happen to human life if biodiversity continued to decline?</a:t>
            </a:r>
          </a:p>
          <a:p>
            <a:pPr marL="457200" indent="-457200">
              <a:buClr>
                <a:srgbClr val="00B0F0"/>
              </a:buClr>
              <a:buFont typeface="+mj-lt"/>
              <a:buAutoNum type="arabicPeriod"/>
            </a:pPr>
            <a:endParaRPr lang="en-PH" dirty="0">
              <a:solidFill>
                <a:srgbClr val="FFFFFF"/>
              </a:solidFill>
            </a:endParaRPr>
          </a:p>
          <a:p>
            <a:pPr marL="457200" indent="-457200">
              <a:buClr>
                <a:srgbClr val="00B0F0"/>
              </a:buClr>
              <a:buFont typeface="+mj-lt"/>
              <a:buAutoNum type="arabicPeriod"/>
            </a:pPr>
            <a:r>
              <a:rPr lang="en-PH" dirty="0">
                <a:solidFill>
                  <a:srgbClr val="FFFFFF"/>
                </a:solidFill>
              </a:rPr>
              <a:t>A community plans to convert a mangrove forest into a commercial development. </a:t>
            </a:r>
          </a:p>
          <a:p>
            <a:pPr marL="857250" lvl="1" indent="-457200">
              <a:buClr>
                <a:srgbClr val="00B0F0"/>
              </a:buClr>
              <a:buFont typeface="+mj-lt"/>
              <a:buAutoNum type="alphaLcPeriod"/>
            </a:pPr>
            <a:r>
              <a:rPr lang="en-PH" dirty="0">
                <a:solidFill>
                  <a:srgbClr val="FFFFFF"/>
                </a:solidFill>
              </a:rPr>
              <a:t>What biodiversity-related consequences might occur? </a:t>
            </a:r>
          </a:p>
          <a:p>
            <a:pPr marL="857250" lvl="1" indent="-457200">
              <a:buClr>
                <a:srgbClr val="00B0F0"/>
              </a:buClr>
              <a:buFont typeface="+mj-lt"/>
              <a:buAutoNum type="alphaLcPeriod"/>
            </a:pPr>
            <a:r>
              <a:rPr lang="en-PH" dirty="0">
                <a:solidFill>
                  <a:srgbClr val="FFFFFF"/>
                </a:solidFill>
              </a:rPr>
              <a:t>What alternatives could allow the community to achieve economic development while protecting biodiversity?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photo of the river flowing through the forest">
            <a:extLst>
              <a:ext uri="{FF2B5EF4-FFF2-40B4-BE49-F238E27FC236}">
                <a16:creationId xmlns:a16="http://schemas.microsoft.com/office/drawing/2014/main" id="{36AA2395-18D1-80CB-1A3B-7EDB57DB7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43" r="12079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94376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A940F-9FCB-7543-202A-357CE084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Key Concepts to Remember</a:t>
            </a: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843B4B-B6CC-8810-A40F-86D2B5F72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91216"/>
              </p:ext>
            </p:extLst>
          </p:nvPr>
        </p:nvGraphicFramePr>
        <p:xfrm>
          <a:off x="643854" y="893279"/>
          <a:ext cx="6270663" cy="52458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433">
                  <a:extLst>
                    <a:ext uri="{9D8B030D-6E8A-4147-A177-3AD203B41FA5}">
                      <a16:colId xmlns:a16="http://schemas.microsoft.com/office/drawing/2014/main" val="3283188857"/>
                    </a:ext>
                  </a:extLst>
                </a:gridCol>
                <a:gridCol w="4327230">
                  <a:extLst>
                    <a:ext uri="{9D8B030D-6E8A-4147-A177-3AD203B41FA5}">
                      <a16:colId xmlns:a16="http://schemas.microsoft.com/office/drawing/2014/main" val="4193799180"/>
                    </a:ext>
                  </a:extLst>
                </a:gridCol>
              </a:tblGrid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 dirty="0">
                          <a:effectLst/>
                        </a:rPr>
                        <a:t>Biodiversity</a:t>
                      </a:r>
                      <a:endParaRPr lang="en-PH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Variety of life and ecological systems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921957016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Genetic diversity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Variation within a species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994893756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 dirty="0">
                          <a:effectLst/>
                        </a:rPr>
                        <a:t>Species diversity</a:t>
                      </a:r>
                      <a:endParaRPr lang="en-PH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Variety of species in an area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328259222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Ecosystem diversity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Variety of ecosystems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619825464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Species richness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 dirty="0">
                          <a:effectLst/>
                        </a:rPr>
                        <a:t>Number of species in an area</a:t>
                      </a:r>
                      <a:endParaRPr lang="en-PH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734311611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Species evenness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Relative abundance of species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2204610920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Endemic species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Naturally occurs only in a particular area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174913777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Habitat loss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Destruction or conversion of natural habitat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520382216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Habitat fragmentation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 dirty="0">
                          <a:effectLst/>
                        </a:rPr>
                        <a:t>Division of continuous habitat into smaller patches</a:t>
                      </a:r>
                      <a:endParaRPr lang="en-PH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431325866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Overexploitation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Excessive use or harvesting of organisms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371940241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Invasive species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Non-native species that causes harm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3889632617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Pollution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Introduction of harmful substances or energy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223858809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Climate change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Long-term changes in climate conditions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457163689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In-situ conservation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Conservation in the natural habitat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3213713017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Ex-situ conservation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Conservation outside the natural habitat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41165412"/>
                  </a:ext>
                </a:extLst>
              </a:tr>
              <a:tr h="5126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Sustainable use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Using resources without preventing future availability</a:t>
                      </a:r>
                      <a:endParaRPr lang="en-PH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647353507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>
                          <a:effectLst/>
                        </a:rPr>
                        <a:t>Habitat restoration</a:t>
                      </a:r>
                      <a:endParaRPr lang="en-PH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1500" u="none" strike="noStrike" dirty="0">
                          <a:effectLst/>
                        </a:rPr>
                        <a:t>Repairing degraded ecosystems</a:t>
                      </a:r>
                      <a:endParaRPr lang="en-PH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3" marR="2543" marT="2543" marB="0" anchor="ctr"/>
                </a:tc>
                <a:extLst>
                  <a:ext uri="{0D108BD9-81ED-4DB2-BD59-A6C34878D82A}">
                    <a16:rowId xmlns:a16="http://schemas.microsoft.com/office/drawing/2014/main" val="1858459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2197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309F268-A45B-4517-B03F-2774BAE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D24854-58F6-4A78-C9EC-6A94C2519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37110"/>
              </p:ext>
            </p:extLst>
          </p:nvPr>
        </p:nvGraphicFramePr>
        <p:xfrm>
          <a:off x="643467" y="857335"/>
          <a:ext cx="10905067" cy="541163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3094668">
                  <a:extLst>
                    <a:ext uri="{9D8B030D-6E8A-4147-A177-3AD203B41FA5}">
                      <a16:colId xmlns:a16="http://schemas.microsoft.com/office/drawing/2014/main" val="2781901807"/>
                    </a:ext>
                  </a:extLst>
                </a:gridCol>
                <a:gridCol w="7810399">
                  <a:extLst>
                    <a:ext uri="{9D8B030D-6E8A-4147-A177-3AD203B41FA5}">
                      <a16:colId xmlns:a16="http://schemas.microsoft.com/office/drawing/2014/main" val="105973222"/>
                    </a:ext>
                  </a:extLst>
                </a:gridCol>
              </a:tblGrid>
              <a:tr h="6890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2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Topic</a:t>
                      </a:r>
                      <a:endParaRPr lang="en-PH" sz="22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22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Summary</a:t>
                      </a:r>
                      <a:endParaRPr lang="en-PH" sz="22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297067"/>
                  </a:ext>
                </a:extLst>
              </a:tr>
              <a:tr h="102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Levels of Biodiversity</a:t>
                      </a:r>
                      <a:endParaRPr lang="en-PH" sz="22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Biodiversity occurs at genetic, species, and ecosystem levels.</a:t>
                      </a:r>
                      <a:endParaRPr lang="en-PH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94193"/>
                  </a:ext>
                </a:extLst>
              </a:tr>
              <a:tr h="102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Importance</a:t>
                      </a:r>
                      <a:endParaRPr lang="en-PH" sz="22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Biodiversity supports ecosystem functions, food production, livelihoods, medicine, culture, and ecosystem services.</a:t>
                      </a:r>
                      <a:endParaRPr lang="en-PH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630630"/>
                  </a:ext>
                </a:extLst>
              </a:tr>
              <a:tr h="102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Threats</a:t>
                      </a:r>
                      <a:endParaRPr lang="en-PH" sz="22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Habitat loss, invasive species, pollution, overexploitation, and climate change threaten biodiversity.</a:t>
                      </a:r>
                      <a:endParaRPr lang="en-PH" sz="2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010104"/>
                  </a:ext>
                </a:extLst>
              </a:tr>
              <a:tr h="13683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Conservation</a:t>
                      </a:r>
                      <a:endParaRPr lang="en-PH" sz="22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H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Biodiversity can be protected through in-situ and ex-situ conservation, sustainable use, habitat restoration, laws, community participation, and education.</a:t>
                      </a:r>
                      <a:endParaRPr lang="en-PH" sz="2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9236" marR="3716" marT="145566" marB="14556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41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7032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495</TotalTime>
  <Words>1837</Words>
  <Application>Microsoft Office PowerPoint</Application>
  <PresentationFormat>Widescreen</PresentationFormat>
  <Paragraphs>355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Narrow</vt:lpstr>
      <vt:lpstr>Century Gothic</vt:lpstr>
      <vt:lpstr>Wingdings</vt:lpstr>
      <vt:lpstr>Wingdings 3</vt:lpstr>
      <vt:lpstr>Ion</vt:lpstr>
      <vt:lpstr>Biodiversity </vt:lpstr>
      <vt:lpstr>Objectives</vt:lpstr>
      <vt:lpstr>What is Biodiversity?</vt:lpstr>
      <vt:lpstr>Levels of Biodiversity</vt:lpstr>
      <vt:lpstr>Genetic Diversity </vt:lpstr>
      <vt:lpstr>Why is genetic diversity important? </vt:lpstr>
      <vt:lpstr>Species Diversity </vt:lpstr>
      <vt:lpstr>Example </vt:lpstr>
      <vt:lpstr>Ecosystem Diversity </vt:lpstr>
      <vt:lpstr>PowerPoint Presentation</vt:lpstr>
      <vt:lpstr>Importance of Biodiversity</vt:lpstr>
      <vt:lpstr>A. Ecological Importance</vt:lpstr>
      <vt:lpstr>B. Economic Importance </vt:lpstr>
      <vt:lpstr>Example </vt:lpstr>
      <vt:lpstr>C. Food Security </vt:lpstr>
      <vt:lpstr>D. Medicinal and Scientific Importance </vt:lpstr>
      <vt:lpstr>E. Ecosystem Services </vt:lpstr>
      <vt:lpstr>F. Cultural and Social Importance </vt:lpstr>
      <vt:lpstr>Threats to Biodiversity</vt:lpstr>
      <vt:lpstr>Habitat Loss and Destruction </vt:lpstr>
      <vt:lpstr>Example </vt:lpstr>
      <vt:lpstr>2. Invasive Species </vt:lpstr>
      <vt:lpstr>3. Pollution </vt:lpstr>
      <vt:lpstr>Cont.</vt:lpstr>
      <vt:lpstr>4. Overexploitation </vt:lpstr>
      <vt:lpstr>6. Climate Change </vt:lpstr>
      <vt:lpstr>Conservation of Biodiversity </vt:lpstr>
      <vt:lpstr>A. In-Situ Conservation </vt:lpstr>
      <vt:lpstr>B. Ex-Situ Conservation </vt:lpstr>
      <vt:lpstr>C. Sustainable Use of Biological Resources </vt:lpstr>
      <vt:lpstr>D. Habitat Restoration </vt:lpstr>
      <vt:lpstr>E. Laws and Policies </vt:lpstr>
      <vt:lpstr>Biodiversity in the Philippines </vt:lpstr>
      <vt:lpstr>Class Discussion</vt:lpstr>
      <vt:lpstr>Key Concepts to Remember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Brigida Reyes</dc:creator>
  <cp:lastModifiedBy>Brigida Reyes</cp:lastModifiedBy>
  <cp:revision>2</cp:revision>
  <dcterms:created xsi:type="dcterms:W3CDTF">2026-09-05T20:43:31Z</dcterms:created>
  <dcterms:modified xsi:type="dcterms:W3CDTF">2026-09-07T09:28:51Z</dcterms:modified>
</cp:coreProperties>
</file>