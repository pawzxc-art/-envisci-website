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3" r:id="rId1"/>
  </p:sldMasterIdLst>
  <p:sldIdLst>
    <p:sldId id="256" r:id="rId2"/>
    <p:sldId id="257" r:id="rId3"/>
    <p:sldId id="292" r:id="rId4"/>
    <p:sldId id="294" r:id="rId5"/>
    <p:sldId id="303" r:id="rId6"/>
    <p:sldId id="293" r:id="rId7"/>
    <p:sldId id="301" r:id="rId8"/>
    <p:sldId id="296" r:id="rId9"/>
    <p:sldId id="314" r:id="rId10"/>
    <p:sldId id="302" r:id="rId11"/>
    <p:sldId id="261" r:id="rId12"/>
    <p:sldId id="313" r:id="rId13"/>
    <p:sldId id="300" r:id="rId14"/>
    <p:sldId id="298" r:id="rId15"/>
    <p:sldId id="316" r:id="rId16"/>
    <p:sldId id="304" r:id="rId17"/>
    <p:sldId id="259" r:id="rId18"/>
    <p:sldId id="306" r:id="rId19"/>
    <p:sldId id="311" r:id="rId20"/>
    <p:sldId id="312" r:id="rId21"/>
    <p:sldId id="308" r:id="rId22"/>
    <p:sldId id="317" r:id="rId23"/>
    <p:sldId id="318" r:id="rId24"/>
    <p:sldId id="319" r:id="rId25"/>
    <p:sldId id="320" r:id="rId26"/>
    <p:sldId id="321" r:id="rId27"/>
    <p:sldId id="330" r:id="rId28"/>
    <p:sldId id="323" r:id="rId29"/>
    <p:sldId id="322" r:id="rId30"/>
    <p:sldId id="324" r:id="rId31"/>
    <p:sldId id="326" r:id="rId32"/>
    <p:sldId id="327" r:id="rId33"/>
    <p:sldId id="329" r:id="rId34"/>
    <p:sldId id="275" r:id="rId35"/>
    <p:sldId id="276" r:id="rId36"/>
    <p:sldId id="283" r:id="rId37"/>
    <p:sldId id="266" r:id="rId38"/>
    <p:sldId id="315" r:id="rId39"/>
    <p:sldId id="331"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46BD57-BE7D-42A8-9CCD-98E183EC147B}" v="71" dt="2026-09-13T11:42:58.51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igida Reyes" userId="fa9ded72177516ae" providerId="LiveId" clId="{F697C409-150F-4EA1-99A5-AF676A2956D1}"/>
    <pc:docChg chg="undo redo custSel addSld delSld modSld sldOrd">
      <pc:chgData name="Brigida Reyes" userId="fa9ded72177516ae" providerId="LiveId" clId="{F697C409-150F-4EA1-99A5-AF676A2956D1}" dt="2026-09-13T11:43:13.330" v="667" actId="207"/>
      <pc:docMkLst>
        <pc:docMk/>
      </pc:docMkLst>
      <pc:sldChg chg="modSp del mod">
        <pc:chgData name="Brigida Reyes" userId="fa9ded72177516ae" providerId="LiveId" clId="{F697C409-150F-4EA1-99A5-AF676A2956D1}" dt="2026-09-13T02:47:41.791" v="62" actId="2696"/>
        <pc:sldMkLst>
          <pc:docMk/>
          <pc:sldMk cId="951556060" sldId="258"/>
        </pc:sldMkLst>
        <pc:spChg chg="mod">
          <ac:chgData name="Brigida Reyes" userId="fa9ded72177516ae" providerId="LiveId" clId="{F697C409-150F-4EA1-99A5-AF676A2956D1}" dt="2026-09-13T02:42:28.580" v="20" actId="20577"/>
          <ac:spMkLst>
            <pc:docMk/>
            <pc:sldMk cId="951556060" sldId="258"/>
            <ac:spMk id="2" creationId="{EEAB0095-79D9-5D06-406F-87605487B889}"/>
          </ac:spMkLst>
        </pc:spChg>
      </pc:sldChg>
      <pc:sldChg chg="addSp delSp modSp mod ord setBg">
        <pc:chgData name="Brigida Reyes" userId="fa9ded72177516ae" providerId="LiveId" clId="{F697C409-150F-4EA1-99A5-AF676A2956D1}" dt="2026-09-13T02:55:05.443" v="120" actId="404"/>
        <pc:sldMkLst>
          <pc:docMk/>
          <pc:sldMk cId="395738349" sldId="259"/>
        </pc:sldMkLst>
        <pc:spChg chg="mod">
          <ac:chgData name="Brigida Reyes" userId="fa9ded72177516ae" providerId="LiveId" clId="{F697C409-150F-4EA1-99A5-AF676A2956D1}" dt="2026-09-13T02:52:51.142" v="98" actId="26606"/>
          <ac:spMkLst>
            <pc:docMk/>
            <pc:sldMk cId="395738349" sldId="259"/>
            <ac:spMk id="2" creationId="{CBDD135F-F0D4-1791-505D-C1AF7C0FC5E4}"/>
          </ac:spMkLst>
        </pc:spChg>
        <pc:spChg chg="mod ord">
          <ac:chgData name="Brigida Reyes" userId="fa9ded72177516ae" providerId="LiveId" clId="{F697C409-150F-4EA1-99A5-AF676A2956D1}" dt="2026-09-13T02:55:05.443" v="120" actId="404"/>
          <ac:spMkLst>
            <pc:docMk/>
            <pc:sldMk cId="395738349" sldId="259"/>
            <ac:spMk id="3" creationId="{F969A62F-7C96-E6F1-3142-EA8200F88A45}"/>
          </ac:spMkLst>
        </pc:spChg>
        <pc:spChg chg="add del">
          <ac:chgData name="Brigida Reyes" userId="fa9ded72177516ae" providerId="LiveId" clId="{F697C409-150F-4EA1-99A5-AF676A2956D1}" dt="2026-09-13T02:53:36.170" v="104" actId="26606"/>
          <ac:spMkLst>
            <pc:docMk/>
            <pc:sldMk cId="395738349" sldId="259"/>
            <ac:spMk id="10" creationId="{9E661D03-4DD4-45E7-A047-ED722E826D59}"/>
          </ac:spMkLst>
        </pc:spChg>
        <pc:spChg chg="add">
          <ac:chgData name="Brigida Reyes" userId="fa9ded72177516ae" providerId="LiveId" clId="{F697C409-150F-4EA1-99A5-AF676A2956D1}" dt="2026-09-13T02:53:36.170" v="104" actId="26606"/>
          <ac:spMkLst>
            <pc:docMk/>
            <pc:sldMk cId="395738349" sldId="259"/>
            <ac:spMk id="15" creationId="{9E661D03-4DD4-45E7-A047-ED722E826D59}"/>
          </ac:spMkLst>
        </pc:spChg>
        <pc:picChg chg="add del mod">
          <ac:chgData name="Brigida Reyes" userId="fa9ded72177516ae" providerId="LiveId" clId="{F697C409-150F-4EA1-99A5-AF676A2956D1}" dt="2026-09-13T02:53:30.861" v="102" actId="478"/>
          <ac:picMkLst>
            <pc:docMk/>
            <pc:sldMk cId="395738349" sldId="259"/>
            <ac:picMk id="5" creationId="{B2F5CBD1-8EF9-F3DA-3AE9-84B7DFC5979A}"/>
          </ac:picMkLst>
        </pc:picChg>
        <pc:picChg chg="add mod">
          <ac:chgData name="Brigida Reyes" userId="fa9ded72177516ae" providerId="LiveId" clId="{F697C409-150F-4EA1-99A5-AF676A2956D1}" dt="2026-09-13T02:53:36.170" v="104" actId="26606"/>
          <ac:picMkLst>
            <pc:docMk/>
            <pc:sldMk cId="395738349" sldId="259"/>
            <ac:picMk id="7" creationId="{98CD6DC1-097D-AB91-74A5-8D48E5E02DCF}"/>
          </ac:picMkLst>
        </pc:picChg>
      </pc:sldChg>
      <pc:sldChg chg="addSp delSp modSp mod ord">
        <pc:chgData name="Brigida Reyes" userId="fa9ded72177516ae" providerId="LiveId" clId="{F697C409-150F-4EA1-99A5-AF676A2956D1}" dt="2026-09-13T10:56:18.952" v="435"/>
        <pc:sldMkLst>
          <pc:docMk/>
          <pc:sldMk cId="3217677141" sldId="261"/>
        </pc:sldMkLst>
        <pc:spChg chg="mod">
          <ac:chgData name="Brigida Reyes" userId="fa9ded72177516ae" providerId="LiveId" clId="{F697C409-150F-4EA1-99A5-AF676A2956D1}" dt="2026-09-13T10:43:11.825" v="331"/>
          <ac:spMkLst>
            <pc:docMk/>
            <pc:sldMk cId="3217677141" sldId="261"/>
            <ac:spMk id="2" creationId="{AF4BD6D3-0B71-F5D6-4CB6-9E0C1BBFF432}"/>
          </ac:spMkLst>
        </pc:spChg>
        <pc:spChg chg="del">
          <ac:chgData name="Brigida Reyes" userId="fa9ded72177516ae" providerId="LiveId" clId="{F697C409-150F-4EA1-99A5-AF676A2956D1}" dt="2026-09-13T10:43:15.503" v="332" actId="478"/>
          <ac:spMkLst>
            <pc:docMk/>
            <pc:sldMk cId="3217677141" sldId="261"/>
            <ac:spMk id="3" creationId="{5ECD49F8-8ED1-1867-E124-E4AB1B270533}"/>
          </ac:spMkLst>
        </pc:spChg>
        <pc:graphicFrameChg chg="add mod modGraphic">
          <ac:chgData name="Brigida Reyes" userId="fa9ded72177516ae" providerId="LiveId" clId="{F697C409-150F-4EA1-99A5-AF676A2956D1}" dt="2026-09-13T10:45:15.507" v="357" actId="20577"/>
          <ac:graphicFrameMkLst>
            <pc:docMk/>
            <pc:sldMk cId="3217677141" sldId="261"/>
            <ac:graphicFrameMk id="5" creationId="{82731A1A-D5E0-5D5C-1C21-997CC6C62118}"/>
          </ac:graphicFrameMkLst>
        </pc:graphicFrameChg>
      </pc:sldChg>
      <pc:sldChg chg="add setBg">
        <pc:chgData name="Brigida Reyes" userId="fa9ded72177516ae" providerId="LiveId" clId="{F697C409-150F-4EA1-99A5-AF676A2956D1}" dt="2026-09-13T11:42:07.136" v="661"/>
        <pc:sldMkLst>
          <pc:docMk/>
          <pc:sldMk cId="0" sldId="266"/>
        </pc:sldMkLst>
      </pc:sldChg>
      <pc:sldChg chg="modSp add mod setBg">
        <pc:chgData name="Brigida Reyes" userId="fa9ded72177516ae" providerId="LiveId" clId="{F697C409-150F-4EA1-99A5-AF676A2956D1}" dt="2026-09-13T11:40:55.731" v="657" actId="27636"/>
        <pc:sldMkLst>
          <pc:docMk/>
          <pc:sldMk cId="0" sldId="275"/>
        </pc:sldMkLst>
        <pc:spChg chg="mod">
          <ac:chgData name="Brigida Reyes" userId="fa9ded72177516ae" providerId="LiveId" clId="{F697C409-150F-4EA1-99A5-AF676A2956D1}" dt="2026-09-13T11:40:55.731" v="657" actId="27636"/>
          <ac:spMkLst>
            <pc:docMk/>
            <pc:sldMk cId="0" sldId="275"/>
            <ac:spMk id="3" creationId="{00000000-0000-0000-0000-000000000000}"/>
          </ac:spMkLst>
        </pc:spChg>
      </pc:sldChg>
      <pc:sldChg chg="add setBg">
        <pc:chgData name="Brigida Reyes" userId="fa9ded72177516ae" providerId="LiveId" clId="{F697C409-150F-4EA1-99A5-AF676A2956D1}" dt="2026-09-13T11:41:08.565" v="658"/>
        <pc:sldMkLst>
          <pc:docMk/>
          <pc:sldMk cId="0" sldId="276"/>
        </pc:sldMkLst>
      </pc:sldChg>
      <pc:sldChg chg="modSp add mod">
        <pc:chgData name="Brigida Reyes" userId="fa9ded72177516ae" providerId="LiveId" clId="{F697C409-150F-4EA1-99A5-AF676A2956D1}" dt="2026-09-13T11:41:43.279" v="660" actId="27636"/>
        <pc:sldMkLst>
          <pc:docMk/>
          <pc:sldMk cId="0" sldId="283"/>
        </pc:sldMkLst>
        <pc:spChg chg="mod">
          <ac:chgData name="Brigida Reyes" userId="fa9ded72177516ae" providerId="LiveId" clId="{F697C409-150F-4EA1-99A5-AF676A2956D1}" dt="2026-09-13T11:41:43.279" v="660" actId="27636"/>
          <ac:spMkLst>
            <pc:docMk/>
            <pc:sldMk cId="0" sldId="283"/>
            <ac:spMk id="3" creationId="{00000000-0000-0000-0000-000000000000}"/>
          </ac:spMkLst>
        </pc:spChg>
      </pc:sldChg>
      <pc:sldChg chg="addSp delSp modSp mod setBg setClrOvrMap">
        <pc:chgData name="Brigida Reyes" userId="fa9ded72177516ae" providerId="LiveId" clId="{F697C409-150F-4EA1-99A5-AF676A2956D1}" dt="2026-09-13T10:26:11.101" v="198" actId="20577"/>
        <pc:sldMkLst>
          <pc:docMk/>
          <pc:sldMk cId="3277140055" sldId="293"/>
        </pc:sldMkLst>
        <pc:spChg chg="add del">
          <ac:chgData name="Brigida Reyes" userId="fa9ded72177516ae" providerId="LiveId" clId="{F697C409-150F-4EA1-99A5-AF676A2956D1}" dt="2026-09-13T02:40:38.514" v="6" actId="26606"/>
          <ac:spMkLst>
            <pc:docMk/>
            <pc:sldMk cId="3277140055" sldId="293"/>
            <ac:spMk id="17" creationId="{587D26DA-9773-4A0E-B213-DDF20A1F1F27}"/>
          </ac:spMkLst>
        </pc:spChg>
        <pc:spChg chg="add del">
          <ac:chgData name="Brigida Reyes" userId="fa9ded72177516ae" providerId="LiveId" clId="{F697C409-150F-4EA1-99A5-AF676A2956D1}" dt="2026-09-13T02:40:38.494" v="5" actId="26606"/>
          <ac:spMkLst>
            <pc:docMk/>
            <pc:sldMk cId="3277140055" sldId="293"/>
            <ac:spMk id="22" creationId="{20C97E5C-C165-417B-BBDE-6701E226BE3D}"/>
          </ac:spMkLst>
        </pc:spChg>
        <pc:spChg chg="add del">
          <ac:chgData name="Brigida Reyes" userId="fa9ded72177516ae" providerId="LiveId" clId="{F697C409-150F-4EA1-99A5-AF676A2956D1}" dt="2026-09-13T02:40:38.494" v="5" actId="26606"/>
          <ac:spMkLst>
            <pc:docMk/>
            <pc:sldMk cId="3277140055" sldId="293"/>
            <ac:spMk id="24" creationId="{95D0E1C6-221C-4835-B0D4-24184F6B6E21}"/>
          </ac:spMkLst>
        </pc:spChg>
        <pc:spChg chg="add del">
          <ac:chgData name="Brigida Reyes" userId="fa9ded72177516ae" providerId="LiveId" clId="{F697C409-150F-4EA1-99A5-AF676A2956D1}" dt="2026-09-13T02:40:38.494" v="5" actId="26606"/>
          <ac:spMkLst>
            <pc:docMk/>
            <pc:sldMk cId="3277140055" sldId="293"/>
            <ac:spMk id="26" creationId="{A98F2782-0AD1-4AB6-BBB8-3BA1BB416CE2}"/>
          </ac:spMkLst>
        </pc:spChg>
        <pc:spChg chg="add">
          <ac:chgData name="Brigida Reyes" userId="fa9ded72177516ae" providerId="LiveId" clId="{F697C409-150F-4EA1-99A5-AF676A2956D1}" dt="2026-09-13T02:40:38.514" v="6" actId="26606"/>
          <ac:spMkLst>
            <pc:docMk/>
            <pc:sldMk cId="3277140055" sldId="293"/>
            <ac:spMk id="28" creationId="{20C97E5C-C165-417B-BBDE-6701E226BE3D}"/>
          </ac:spMkLst>
        </pc:spChg>
        <pc:spChg chg="add">
          <ac:chgData name="Brigida Reyes" userId="fa9ded72177516ae" providerId="LiveId" clId="{F697C409-150F-4EA1-99A5-AF676A2956D1}" dt="2026-09-13T02:40:38.514" v="6" actId="26606"/>
          <ac:spMkLst>
            <pc:docMk/>
            <pc:sldMk cId="3277140055" sldId="293"/>
            <ac:spMk id="29" creationId="{95D0E1C6-221C-4835-B0D4-24184F6B6E21}"/>
          </ac:spMkLst>
        </pc:spChg>
        <pc:spChg chg="add">
          <ac:chgData name="Brigida Reyes" userId="fa9ded72177516ae" providerId="LiveId" clId="{F697C409-150F-4EA1-99A5-AF676A2956D1}" dt="2026-09-13T02:40:38.514" v="6" actId="26606"/>
          <ac:spMkLst>
            <pc:docMk/>
            <pc:sldMk cId="3277140055" sldId="293"/>
            <ac:spMk id="30" creationId="{A98F2782-0AD1-4AB6-BBB8-3BA1BB416CE2}"/>
          </ac:spMkLst>
        </pc:spChg>
        <pc:graphicFrameChg chg="mod modGraphic">
          <ac:chgData name="Brigida Reyes" userId="fa9ded72177516ae" providerId="LiveId" clId="{F697C409-150F-4EA1-99A5-AF676A2956D1}" dt="2026-09-13T10:26:11.101" v="198" actId="20577"/>
          <ac:graphicFrameMkLst>
            <pc:docMk/>
            <pc:sldMk cId="3277140055" sldId="293"/>
            <ac:graphicFrameMk id="2" creationId="{07D6DD54-76FB-A225-8253-6C4AA502CD60}"/>
          </ac:graphicFrameMkLst>
        </pc:graphicFrameChg>
      </pc:sldChg>
      <pc:sldChg chg="ord">
        <pc:chgData name="Brigida Reyes" userId="fa9ded72177516ae" providerId="LiveId" clId="{F697C409-150F-4EA1-99A5-AF676A2956D1}" dt="2026-09-13T02:43:58.716" v="36"/>
        <pc:sldMkLst>
          <pc:docMk/>
          <pc:sldMk cId="35022339" sldId="294"/>
        </pc:sldMkLst>
      </pc:sldChg>
      <pc:sldChg chg="modSp del mod ord">
        <pc:chgData name="Brigida Reyes" userId="fa9ded72177516ae" providerId="LiveId" clId="{F697C409-150F-4EA1-99A5-AF676A2956D1}" dt="2026-09-13T03:13:23.945" v="143" actId="2696"/>
        <pc:sldMkLst>
          <pc:docMk/>
          <pc:sldMk cId="1205741097" sldId="295"/>
        </pc:sldMkLst>
        <pc:picChg chg="mod">
          <ac:chgData name="Brigida Reyes" userId="fa9ded72177516ae" providerId="LiveId" clId="{F697C409-150F-4EA1-99A5-AF676A2956D1}" dt="2026-09-13T02:53:25.735" v="101" actId="1076"/>
          <ac:picMkLst>
            <pc:docMk/>
            <pc:sldMk cId="1205741097" sldId="295"/>
            <ac:picMk id="2" creationId="{3755F7E7-D0E6-27F3-4266-3B80BA526860}"/>
          </ac:picMkLst>
        </pc:picChg>
      </pc:sldChg>
      <pc:sldChg chg="modSp mod">
        <pc:chgData name="Brigida Reyes" userId="fa9ded72177516ae" providerId="LiveId" clId="{F697C409-150F-4EA1-99A5-AF676A2956D1}" dt="2026-09-13T10:26:53.452" v="217" actId="20577"/>
        <pc:sldMkLst>
          <pc:docMk/>
          <pc:sldMk cId="1251185915" sldId="296"/>
        </pc:sldMkLst>
        <pc:graphicFrameChg chg="modGraphic">
          <ac:chgData name="Brigida Reyes" userId="fa9ded72177516ae" providerId="LiveId" clId="{F697C409-150F-4EA1-99A5-AF676A2956D1}" dt="2026-09-13T10:26:53.452" v="217" actId="20577"/>
          <ac:graphicFrameMkLst>
            <pc:docMk/>
            <pc:sldMk cId="1251185915" sldId="296"/>
            <ac:graphicFrameMk id="2" creationId="{84D56275-037A-8D24-E2AB-957AD5B26925}"/>
          </ac:graphicFrameMkLst>
        </pc:graphicFrameChg>
      </pc:sldChg>
      <pc:sldChg chg="del">
        <pc:chgData name="Brigida Reyes" userId="fa9ded72177516ae" providerId="LiveId" clId="{F697C409-150F-4EA1-99A5-AF676A2956D1}" dt="2026-09-13T02:43:05.681" v="27" actId="2696"/>
        <pc:sldMkLst>
          <pc:docMk/>
          <pc:sldMk cId="327315543" sldId="297"/>
        </pc:sldMkLst>
      </pc:sldChg>
      <pc:sldChg chg="modSp mod">
        <pc:chgData name="Brigida Reyes" userId="fa9ded72177516ae" providerId="LiveId" clId="{F697C409-150F-4EA1-99A5-AF676A2956D1}" dt="2026-09-13T10:27:45.266" v="239" actId="1076"/>
        <pc:sldMkLst>
          <pc:docMk/>
          <pc:sldMk cId="839260594" sldId="298"/>
        </pc:sldMkLst>
        <pc:graphicFrameChg chg="mod modGraphic">
          <ac:chgData name="Brigida Reyes" userId="fa9ded72177516ae" providerId="LiveId" clId="{F697C409-150F-4EA1-99A5-AF676A2956D1}" dt="2026-09-13T10:27:45.266" v="239" actId="1076"/>
          <ac:graphicFrameMkLst>
            <pc:docMk/>
            <pc:sldMk cId="839260594" sldId="298"/>
            <ac:graphicFrameMk id="2" creationId="{41058216-3B38-C65F-411A-E14DEC2960D9}"/>
          </ac:graphicFrameMkLst>
        </pc:graphicFrameChg>
      </pc:sldChg>
      <pc:sldChg chg="addSp delSp add del setBg delDesignElem">
        <pc:chgData name="Brigida Reyes" userId="fa9ded72177516ae" providerId="LiveId" clId="{F697C409-150F-4EA1-99A5-AF676A2956D1}" dt="2026-09-13T10:45:44.083" v="362"/>
        <pc:sldMkLst>
          <pc:docMk/>
          <pc:sldMk cId="3028224295" sldId="299"/>
        </pc:sldMkLst>
        <pc:spChg chg="add del">
          <ac:chgData name="Brigida Reyes" userId="fa9ded72177516ae" providerId="LiveId" clId="{F697C409-150F-4EA1-99A5-AF676A2956D1}" dt="2026-09-13T10:45:44.083" v="362"/>
          <ac:spMkLst>
            <pc:docMk/>
            <pc:sldMk cId="3028224295" sldId="299"/>
            <ac:spMk id="7" creationId="{8C266B9D-DC87-430A-8D3A-2E83639A1768}"/>
          </ac:spMkLst>
        </pc:spChg>
        <pc:spChg chg="add del">
          <ac:chgData name="Brigida Reyes" userId="fa9ded72177516ae" providerId="LiveId" clId="{F697C409-150F-4EA1-99A5-AF676A2956D1}" dt="2026-09-13T10:45:44.083" v="362"/>
          <ac:spMkLst>
            <pc:docMk/>
            <pc:sldMk cId="3028224295" sldId="299"/>
            <ac:spMk id="9" creationId="{69282F36-261B-49B3-8CA9-FB857C475A0E}"/>
          </ac:spMkLst>
        </pc:spChg>
        <pc:spChg chg="add del">
          <ac:chgData name="Brigida Reyes" userId="fa9ded72177516ae" providerId="LiveId" clId="{F697C409-150F-4EA1-99A5-AF676A2956D1}" dt="2026-09-13T10:45:44.083" v="362"/>
          <ac:spMkLst>
            <pc:docMk/>
            <pc:sldMk cId="3028224295" sldId="299"/>
            <ac:spMk id="11" creationId="{B87215C3-3B83-4BE7-9213-26E084BD6158}"/>
          </ac:spMkLst>
        </pc:spChg>
        <pc:spChg chg="add del">
          <ac:chgData name="Brigida Reyes" userId="fa9ded72177516ae" providerId="LiveId" clId="{F697C409-150F-4EA1-99A5-AF676A2956D1}" dt="2026-09-13T10:45:44.083" v="362"/>
          <ac:spMkLst>
            <pc:docMk/>
            <pc:sldMk cId="3028224295" sldId="299"/>
            <ac:spMk id="13" creationId="{13A105D4-2907-419E-8223-4C266BA1E5FB}"/>
          </ac:spMkLst>
        </pc:spChg>
        <pc:spChg chg="add del">
          <ac:chgData name="Brigida Reyes" userId="fa9ded72177516ae" providerId="LiveId" clId="{F697C409-150F-4EA1-99A5-AF676A2956D1}" dt="2026-09-13T10:45:44.083" v="362"/>
          <ac:spMkLst>
            <pc:docMk/>
            <pc:sldMk cId="3028224295" sldId="299"/>
            <ac:spMk id="15" creationId="{1EEE7F17-8E08-4C69-8E22-661908E6DF72}"/>
          </ac:spMkLst>
        </pc:spChg>
      </pc:sldChg>
      <pc:sldChg chg="addSp modSp del mod setBg">
        <pc:chgData name="Brigida Reyes" userId="fa9ded72177516ae" providerId="LiveId" clId="{F697C409-150F-4EA1-99A5-AF676A2956D1}" dt="2026-09-13T10:45:36.510" v="358" actId="2696"/>
        <pc:sldMkLst>
          <pc:docMk/>
          <pc:sldMk cId="3818739704" sldId="299"/>
        </pc:sldMkLst>
        <pc:spChg chg="add">
          <ac:chgData name="Brigida Reyes" userId="fa9ded72177516ae" providerId="LiveId" clId="{F697C409-150F-4EA1-99A5-AF676A2956D1}" dt="2026-09-13T10:43:46.732" v="334" actId="26606"/>
          <ac:spMkLst>
            <pc:docMk/>
            <pc:sldMk cId="3818739704" sldId="299"/>
            <ac:spMk id="7" creationId="{8C266B9D-DC87-430A-8D3A-2E83639A1768}"/>
          </ac:spMkLst>
        </pc:spChg>
        <pc:spChg chg="add">
          <ac:chgData name="Brigida Reyes" userId="fa9ded72177516ae" providerId="LiveId" clId="{F697C409-150F-4EA1-99A5-AF676A2956D1}" dt="2026-09-13T10:43:46.732" v="334" actId="26606"/>
          <ac:spMkLst>
            <pc:docMk/>
            <pc:sldMk cId="3818739704" sldId="299"/>
            <ac:spMk id="9" creationId="{69282F36-261B-49B3-8CA9-FB857C475A0E}"/>
          </ac:spMkLst>
        </pc:spChg>
        <pc:spChg chg="add">
          <ac:chgData name="Brigida Reyes" userId="fa9ded72177516ae" providerId="LiveId" clId="{F697C409-150F-4EA1-99A5-AF676A2956D1}" dt="2026-09-13T10:43:46.732" v="334" actId="26606"/>
          <ac:spMkLst>
            <pc:docMk/>
            <pc:sldMk cId="3818739704" sldId="299"/>
            <ac:spMk id="11" creationId="{B87215C3-3B83-4BE7-9213-26E084BD6158}"/>
          </ac:spMkLst>
        </pc:spChg>
        <pc:spChg chg="add">
          <ac:chgData name="Brigida Reyes" userId="fa9ded72177516ae" providerId="LiveId" clId="{F697C409-150F-4EA1-99A5-AF676A2956D1}" dt="2026-09-13T10:43:46.732" v="334" actId="26606"/>
          <ac:spMkLst>
            <pc:docMk/>
            <pc:sldMk cId="3818739704" sldId="299"/>
            <ac:spMk id="13" creationId="{13A105D4-2907-419E-8223-4C266BA1E5FB}"/>
          </ac:spMkLst>
        </pc:spChg>
        <pc:spChg chg="add">
          <ac:chgData name="Brigida Reyes" userId="fa9ded72177516ae" providerId="LiveId" clId="{F697C409-150F-4EA1-99A5-AF676A2956D1}" dt="2026-09-13T10:43:46.732" v="334" actId="26606"/>
          <ac:spMkLst>
            <pc:docMk/>
            <pc:sldMk cId="3818739704" sldId="299"/>
            <ac:spMk id="15" creationId="{1EEE7F17-8E08-4C69-8E22-661908E6DF72}"/>
          </ac:spMkLst>
        </pc:spChg>
        <pc:graphicFrameChg chg="add mod">
          <ac:chgData name="Brigida Reyes" userId="fa9ded72177516ae" providerId="LiveId" clId="{F697C409-150F-4EA1-99A5-AF676A2956D1}" dt="2026-09-13T10:43:46.732" v="334" actId="26606"/>
          <ac:graphicFrameMkLst>
            <pc:docMk/>
            <pc:sldMk cId="3818739704" sldId="299"/>
            <ac:graphicFrameMk id="2" creationId="{C3115174-9E6D-3487-CD41-97A81B3A76F1}"/>
          </ac:graphicFrameMkLst>
        </pc:graphicFrameChg>
      </pc:sldChg>
      <pc:sldChg chg="addSp delSp modSp mod ord setBg setClrOvrMap">
        <pc:chgData name="Brigida Reyes" userId="fa9ded72177516ae" providerId="LiveId" clId="{F697C409-150F-4EA1-99A5-AF676A2956D1}" dt="2026-09-13T10:56:52.670" v="439"/>
        <pc:sldMkLst>
          <pc:docMk/>
          <pc:sldMk cId="1064274439" sldId="300"/>
        </pc:sldMkLst>
        <pc:spChg chg="add del">
          <ac:chgData name="Brigida Reyes" userId="fa9ded72177516ae" providerId="LiveId" clId="{F697C409-150F-4EA1-99A5-AF676A2956D1}" dt="2026-09-13T10:47:27.726" v="372" actId="26606"/>
          <ac:spMkLst>
            <pc:docMk/>
            <pc:sldMk cId="1064274439" sldId="300"/>
            <ac:spMk id="7" creationId="{00C418F9-B1A3-4097-9C97-E1C9F3149701}"/>
          </ac:spMkLst>
        </pc:spChg>
        <pc:spChg chg="add del">
          <ac:chgData name="Brigida Reyes" userId="fa9ded72177516ae" providerId="LiveId" clId="{F697C409-150F-4EA1-99A5-AF676A2956D1}" dt="2026-09-13T10:47:27.726" v="372" actId="26606"/>
          <ac:spMkLst>
            <pc:docMk/>
            <pc:sldMk cId="1064274439" sldId="300"/>
            <ac:spMk id="9" creationId="{6B5E8ED2-C3EC-40AD-BDB9-27E589B52DAA}"/>
          </ac:spMkLst>
        </pc:spChg>
        <pc:spChg chg="add del">
          <ac:chgData name="Brigida Reyes" userId="fa9ded72177516ae" providerId="LiveId" clId="{F697C409-150F-4EA1-99A5-AF676A2956D1}" dt="2026-09-13T10:47:31.169" v="374" actId="26606"/>
          <ac:spMkLst>
            <pc:docMk/>
            <pc:sldMk cId="1064274439" sldId="300"/>
            <ac:spMk id="11" creationId="{A98F2782-0AD1-4AB6-BBB8-3BA1BB416CE2}"/>
          </ac:spMkLst>
        </pc:spChg>
        <pc:spChg chg="add del">
          <ac:chgData name="Brigida Reyes" userId="fa9ded72177516ae" providerId="LiveId" clId="{F697C409-150F-4EA1-99A5-AF676A2956D1}" dt="2026-09-13T10:47:31.169" v="374" actId="26606"/>
          <ac:spMkLst>
            <pc:docMk/>
            <pc:sldMk cId="1064274439" sldId="300"/>
            <ac:spMk id="12" creationId="{20C97E5C-C165-417B-BBDE-6701E226BE3D}"/>
          </ac:spMkLst>
        </pc:spChg>
        <pc:spChg chg="add del">
          <ac:chgData name="Brigida Reyes" userId="fa9ded72177516ae" providerId="LiveId" clId="{F697C409-150F-4EA1-99A5-AF676A2956D1}" dt="2026-09-13T10:47:31.169" v="374" actId="26606"/>
          <ac:spMkLst>
            <pc:docMk/>
            <pc:sldMk cId="1064274439" sldId="300"/>
            <ac:spMk id="13" creationId="{95D0E1C6-221C-4835-B0D4-24184F6B6E21}"/>
          </ac:spMkLst>
        </pc:spChg>
        <pc:spChg chg="add">
          <ac:chgData name="Brigida Reyes" userId="fa9ded72177516ae" providerId="LiveId" clId="{F697C409-150F-4EA1-99A5-AF676A2956D1}" dt="2026-09-13T10:47:31.184" v="375" actId="26606"/>
          <ac:spMkLst>
            <pc:docMk/>
            <pc:sldMk cId="1064274439" sldId="300"/>
            <ac:spMk id="15" creationId="{65D9C196-56A3-4D2B-B250-2501F51B4C14}"/>
          </ac:spMkLst>
        </pc:spChg>
        <pc:spChg chg="add">
          <ac:chgData name="Brigida Reyes" userId="fa9ded72177516ae" providerId="LiveId" clId="{F697C409-150F-4EA1-99A5-AF676A2956D1}" dt="2026-09-13T10:47:31.184" v="375" actId="26606"/>
          <ac:spMkLst>
            <pc:docMk/>
            <pc:sldMk cId="1064274439" sldId="300"/>
            <ac:spMk id="16" creationId="{3A6EBF77-A535-4798-83D5-C5D9C36BFA83}"/>
          </ac:spMkLst>
        </pc:spChg>
        <pc:spChg chg="add">
          <ac:chgData name="Brigida Reyes" userId="fa9ded72177516ae" providerId="LiveId" clId="{F697C409-150F-4EA1-99A5-AF676A2956D1}" dt="2026-09-13T10:47:31.184" v="375" actId="26606"/>
          <ac:spMkLst>
            <pc:docMk/>
            <pc:sldMk cId="1064274439" sldId="300"/>
            <ac:spMk id="17" creationId="{DDB2DB23-D2D0-4E56-A97D-E9B80FD3E4A7}"/>
          </ac:spMkLst>
        </pc:spChg>
        <pc:picChg chg="add mod">
          <ac:chgData name="Brigida Reyes" userId="fa9ded72177516ae" providerId="LiveId" clId="{F697C409-150F-4EA1-99A5-AF676A2956D1}" dt="2026-09-13T10:47:31.184" v="375" actId="26606"/>
          <ac:picMkLst>
            <pc:docMk/>
            <pc:sldMk cId="1064274439" sldId="300"/>
            <ac:picMk id="2" creationId="{3F0DBB3A-E1FE-70A8-E1A9-1DF285459A42}"/>
          </ac:picMkLst>
        </pc:picChg>
      </pc:sldChg>
      <pc:sldChg chg="addSp delSp modSp add mod setBg setClrOvrMap delDesignElem">
        <pc:chgData name="Brigida Reyes" userId="fa9ded72177516ae" providerId="LiveId" clId="{F697C409-150F-4EA1-99A5-AF676A2956D1}" dt="2026-09-13T10:26:24.309" v="202" actId="20577"/>
        <pc:sldMkLst>
          <pc:docMk/>
          <pc:sldMk cId="3781961596" sldId="301"/>
        </pc:sldMkLst>
        <pc:spChg chg="add">
          <ac:chgData name="Brigida Reyes" userId="fa9ded72177516ae" providerId="LiveId" clId="{F697C409-150F-4EA1-99A5-AF676A2956D1}" dt="2026-09-13T02:40:57.994" v="8" actId="26606"/>
          <ac:spMkLst>
            <pc:docMk/>
            <pc:sldMk cId="3781961596" sldId="301"/>
            <ac:spMk id="7" creationId="{20C97E5C-C165-417B-BBDE-6701E226BE3D}"/>
          </ac:spMkLst>
        </pc:spChg>
        <pc:spChg chg="add">
          <ac:chgData name="Brigida Reyes" userId="fa9ded72177516ae" providerId="LiveId" clId="{F697C409-150F-4EA1-99A5-AF676A2956D1}" dt="2026-09-13T02:40:57.994" v="8" actId="26606"/>
          <ac:spMkLst>
            <pc:docMk/>
            <pc:sldMk cId="3781961596" sldId="301"/>
            <ac:spMk id="9" creationId="{95D0E1C6-221C-4835-B0D4-24184F6B6E21}"/>
          </ac:spMkLst>
        </pc:spChg>
        <pc:spChg chg="add">
          <ac:chgData name="Brigida Reyes" userId="fa9ded72177516ae" providerId="LiveId" clId="{F697C409-150F-4EA1-99A5-AF676A2956D1}" dt="2026-09-13T02:40:57.994" v="8" actId="26606"/>
          <ac:spMkLst>
            <pc:docMk/>
            <pc:sldMk cId="3781961596" sldId="301"/>
            <ac:spMk id="11" creationId="{A98F2782-0AD1-4AB6-BBB8-3BA1BB416CE2}"/>
          </ac:spMkLst>
        </pc:spChg>
        <pc:spChg chg="del">
          <ac:chgData name="Brigida Reyes" userId="fa9ded72177516ae" providerId="LiveId" clId="{F697C409-150F-4EA1-99A5-AF676A2956D1}" dt="2026-09-13T02:40:13.918" v="1"/>
          <ac:spMkLst>
            <pc:docMk/>
            <pc:sldMk cId="3781961596" sldId="301"/>
            <ac:spMk id="17" creationId="{113FE8FB-B4D2-BF54-AD00-22727C34E235}"/>
          </ac:spMkLst>
        </pc:spChg>
        <pc:graphicFrameChg chg="mod modGraphic">
          <ac:chgData name="Brigida Reyes" userId="fa9ded72177516ae" providerId="LiveId" clId="{F697C409-150F-4EA1-99A5-AF676A2956D1}" dt="2026-09-13T10:26:24.309" v="202" actId="20577"/>
          <ac:graphicFrameMkLst>
            <pc:docMk/>
            <pc:sldMk cId="3781961596" sldId="301"/>
            <ac:graphicFrameMk id="2" creationId="{1A199276-0EDA-2188-2CEE-250E1D9EE99B}"/>
          </ac:graphicFrameMkLst>
        </pc:graphicFrameChg>
      </pc:sldChg>
      <pc:sldChg chg="addSp modSp new mod ord setBg">
        <pc:chgData name="Brigida Reyes" userId="fa9ded72177516ae" providerId="LiveId" clId="{F697C409-150F-4EA1-99A5-AF676A2956D1}" dt="2026-09-13T10:55:44.275" v="433"/>
        <pc:sldMkLst>
          <pc:docMk/>
          <pc:sldMk cId="1722110066" sldId="302"/>
        </pc:sldMkLst>
        <pc:spChg chg="mod">
          <ac:chgData name="Brigida Reyes" userId="fa9ded72177516ae" providerId="LiveId" clId="{F697C409-150F-4EA1-99A5-AF676A2956D1}" dt="2026-09-13T10:41:09.286" v="325" actId="27636"/>
          <ac:spMkLst>
            <pc:docMk/>
            <pc:sldMk cId="1722110066" sldId="302"/>
            <ac:spMk id="2" creationId="{1B3925D2-A590-D78B-E2FA-EEFD68525981}"/>
          </ac:spMkLst>
        </pc:spChg>
        <pc:spChg chg="mod">
          <ac:chgData name="Brigida Reyes" userId="fa9ded72177516ae" providerId="LiveId" clId="{F697C409-150F-4EA1-99A5-AF676A2956D1}" dt="2026-09-13T10:41:11.910" v="327" actId="27636"/>
          <ac:spMkLst>
            <pc:docMk/>
            <pc:sldMk cId="1722110066" sldId="302"/>
            <ac:spMk id="3" creationId="{A8D467DE-A9C3-EC54-9C24-AC098C993A9D}"/>
          </ac:spMkLst>
        </pc:spChg>
        <pc:spChg chg="add">
          <ac:chgData name="Brigida Reyes" userId="fa9ded72177516ae" providerId="LiveId" clId="{F697C409-150F-4EA1-99A5-AF676A2956D1}" dt="2026-09-13T02:46:08.403" v="41" actId="26606"/>
          <ac:spMkLst>
            <pc:docMk/>
            <pc:sldMk cId="1722110066" sldId="302"/>
            <ac:spMk id="9" creationId="{2928117C-9446-4E7F-AE62-95E0F6DB5B27}"/>
          </ac:spMkLst>
        </pc:spChg>
        <pc:spChg chg="add">
          <ac:chgData name="Brigida Reyes" userId="fa9ded72177516ae" providerId="LiveId" clId="{F697C409-150F-4EA1-99A5-AF676A2956D1}" dt="2026-09-13T02:46:08.403" v="41" actId="26606"/>
          <ac:spMkLst>
            <pc:docMk/>
            <pc:sldMk cId="1722110066" sldId="302"/>
            <ac:spMk id="11" creationId="{84D30AFB-4D71-48B0-AA00-28EE92363A5F}"/>
          </ac:spMkLst>
        </pc:spChg>
        <pc:spChg chg="add">
          <ac:chgData name="Brigida Reyes" userId="fa9ded72177516ae" providerId="LiveId" clId="{F697C409-150F-4EA1-99A5-AF676A2956D1}" dt="2026-09-13T02:46:08.403" v="41" actId="26606"/>
          <ac:spMkLst>
            <pc:docMk/>
            <pc:sldMk cId="1722110066" sldId="302"/>
            <ac:spMk id="13" creationId="{96A0B76F-8010-4C62-B4B6-C5FC438C059E}"/>
          </ac:spMkLst>
        </pc:spChg>
        <pc:spChg chg="add">
          <ac:chgData name="Brigida Reyes" userId="fa9ded72177516ae" providerId="LiveId" clId="{F697C409-150F-4EA1-99A5-AF676A2956D1}" dt="2026-09-13T02:46:08.403" v="41" actId="26606"/>
          <ac:spMkLst>
            <pc:docMk/>
            <pc:sldMk cId="1722110066" sldId="302"/>
            <ac:spMk id="15" creationId="{9FC936C0-4624-438D-BDD0-6B296BD6409D}"/>
          </ac:spMkLst>
        </pc:spChg>
        <pc:spChg chg="add">
          <ac:chgData name="Brigida Reyes" userId="fa9ded72177516ae" providerId="LiveId" clId="{F697C409-150F-4EA1-99A5-AF676A2956D1}" dt="2026-09-13T02:46:08.403" v="41" actId="26606"/>
          <ac:spMkLst>
            <pc:docMk/>
            <pc:sldMk cId="1722110066" sldId="302"/>
            <ac:spMk id="17" creationId="{F34F34AF-75E7-4149-A3CF-2E483C744F92}"/>
          </ac:spMkLst>
        </pc:spChg>
        <pc:grpChg chg="add">
          <ac:chgData name="Brigida Reyes" userId="fa9ded72177516ae" providerId="LiveId" clId="{F697C409-150F-4EA1-99A5-AF676A2956D1}" dt="2026-09-13T02:46:08.403" v="41" actId="26606"/>
          <ac:grpSpMkLst>
            <pc:docMk/>
            <pc:sldMk cId="1722110066" sldId="302"/>
            <ac:grpSpMk id="19" creationId="{1654C7F9-AF92-42BD-A713-6B020F63B307}"/>
          </ac:grpSpMkLst>
        </pc:grpChg>
        <pc:picChg chg="add">
          <ac:chgData name="Brigida Reyes" userId="fa9ded72177516ae" providerId="LiveId" clId="{F697C409-150F-4EA1-99A5-AF676A2956D1}" dt="2026-09-13T02:46:08.403" v="41" actId="26606"/>
          <ac:picMkLst>
            <pc:docMk/>
            <pc:sldMk cId="1722110066" sldId="302"/>
            <ac:picMk id="5" creationId="{98E5A4DD-A437-E49D-EAE5-4D25EB668D7D}"/>
          </ac:picMkLst>
        </pc:picChg>
      </pc:sldChg>
      <pc:sldChg chg="addSp delSp modSp new mod setBg">
        <pc:chgData name="Brigida Reyes" userId="fa9ded72177516ae" providerId="LiveId" clId="{F697C409-150F-4EA1-99A5-AF676A2956D1}" dt="2026-09-13T02:47:30.087" v="61" actId="123"/>
        <pc:sldMkLst>
          <pc:docMk/>
          <pc:sldMk cId="730462499" sldId="303"/>
        </pc:sldMkLst>
        <pc:spChg chg="mod">
          <ac:chgData name="Brigida Reyes" userId="fa9ded72177516ae" providerId="LiveId" clId="{F697C409-150F-4EA1-99A5-AF676A2956D1}" dt="2026-09-13T02:47:17.336" v="54" actId="27636"/>
          <ac:spMkLst>
            <pc:docMk/>
            <pc:sldMk cId="730462499" sldId="303"/>
            <ac:spMk id="2" creationId="{83FE144C-2D03-9F2D-1092-D5669D06188F}"/>
          </ac:spMkLst>
        </pc:spChg>
        <pc:spChg chg="mod">
          <ac:chgData name="Brigida Reyes" userId="fa9ded72177516ae" providerId="LiveId" clId="{F697C409-150F-4EA1-99A5-AF676A2956D1}" dt="2026-09-13T02:47:30.087" v="61" actId="123"/>
          <ac:spMkLst>
            <pc:docMk/>
            <pc:sldMk cId="730462499" sldId="303"/>
            <ac:spMk id="3" creationId="{999EBBAF-E64A-D500-ED0A-C341AB42BC54}"/>
          </ac:spMkLst>
        </pc:spChg>
        <pc:spChg chg="add del">
          <ac:chgData name="Brigida Reyes" userId="fa9ded72177516ae" providerId="LiveId" clId="{F697C409-150F-4EA1-99A5-AF676A2956D1}" dt="2026-09-13T02:46:56.084" v="47" actId="26606"/>
          <ac:spMkLst>
            <pc:docMk/>
            <pc:sldMk cId="730462499" sldId="303"/>
            <ac:spMk id="9" creationId="{2928117C-9446-4E7F-AE62-95E0F6DB5B27}"/>
          </ac:spMkLst>
        </pc:spChg>
        <pc:spChg chg="add del">
          <ac:chgData name="Brigida Reyes" userId="fa9ded72177516ae" providerId="LiveId" clId="{F697C409-150F-4EA1-99A5-AF676A2956D1}" dt="2026-09-13T02:46:56.084" v="47" actId="26606"/>
          <ac:spMkLst>
            <pc:docMk/>
            <pc:sldMk cId="730462499" sldId="303"/>
            <ac:spMk id="11" creationId="{84D30AFB-4D71-48B0-AA00-28EE92363A5F}"/>
          </ac:spMkLst>
        </pc:spChg>
        <pc:spChg chg="add del">
          <ac:chgData name="Brigida Reyes" userId="fa9ded72177516ae" providerId="LiveId" clId="{F697C409-150F-4EA1-99A5-AF676A2956D1}" dt="2026-09-13T02:46:56.084" v="47" actId="26606"/>
          <ac:spMkLst>
            <pc:docMk/>
            <pc:sldMk cId="730462499" sldId="303"/>
            <ac:spMk id="13" creationId="{96A0B76F-8010-4C62-B4B6-C5FC438C059E}"/>
          </ac:spMkLst>
        </pc:spChg>
        <pc:spChg chg="add del">
          <ac:chgData name="Brigida Reyes" userId="fa9ded72177516ae" providerId="LiveId" clId="{F697C409-150F-4EA1-99A5-AF676A2956D1}" dt="2026-09-13T02:46:56.084" v="47" actId="26606"/>
          <ac:spMkLst>
            <pc:docMk/>
            <pc:sldMk cId="730462499" sldId="303"/>
            <ac:spMk id="15" creationId="{9FC936C0-4624-438D-BDD0-6B296BD6409D}"/>
          </ac:spMkLst>
        </pc:spChg>
        <pc:spChg chg="add del">
          <ac:chgData name="Brigida Reyes" userId="fa9ded72177516ae" providerId="LiveId" clId="{F697C409-150F-4EA1-99A5-AF676A2956D1}" dt="2026-09-13T02:46:56.084" v="47" actId="26606"/>
          <ac:spMkLst>
            <pc:docMk/>
            <pc:sldMk cId="730462499" sldId="303"/>
            <ac:spMk id="17" creationId="{F34F34AF-75E7-4149-A3CF-2E483C744F92}"/>
          </ac:spMkLst>
        </pc:spChg>
        <pc:spChg chg="add">
          <ac:chgData name="Brigida Reyes" userId="fa9ded72177516ae" providerId="LiveId" clId="{F697C409-150F-4EA1-99A5-AF676A2956D1}" dt="2026-09-13T02:46:56.101" v="48" actId="26606"/>
          <ac:spMkLst>
            <pc:docMk/>
            <pc:sldMk cId="730462499" sldId="303"/>
            <ac:spMk id="23" creationId="{2928117C-9446-4E7F-AE62-95E0F6DB5B27}"/>
          </ac:spMkLst>
        </pc:spChg>
        <pc:spChg chg="add">
          <ac:chgData name="Brigida Reyes" userId="fa9ded72177516ae" providerId="LiveId" clId="{F697C409-150F-4EA1-99A5-AF676A2956D1}" dt="2026-09-13T02:46:56.101" v="48" actId="26606"/>
          <ac:spMkLst>
            <pc:docMk/>
            <pc:sldMk cId="730462499" sldId="303"/>
            <ac:spMk id="24" creationId="{84D30AFB-4D71-48B0-AA00-28EE92363A5F}"/>
          </ac:spMkLst>
        </pc:spChg>
        <pc:spChg chg="add">
          <ac:chgData name="Brigida Reyes" userId="fa9ded72177516ae" providerId="LiveId" clId="{F697C409-150F-4EA1-99A5-AF676A2956D1}" dt="2026-09-13T02:46:56.101" v="48" actId="26606"/>
          <ac:spMkLst>
            <pc:docMk/>
            <pc:sldMk cId="730462499" sldId="303"/>
            <ac:spMk id="25" creationId="{96A0B76F-8010-4C62-B4B6-C5FC438C059E}"/>
          </ac:spMkLst>
        </pc:spChg>
        <pc:spChg chg="add">
          <ac:chgData name="Brigida Reyes" userId="fa9ded72177516ae" providerId="LiveId" clId="{F697C409-150F-4EA1-99A5-AF676A2956D1}" dt="2026-09-13T02:46:56.101" v="48" actId="26606"/>
          <ac:spMkLst>
            <pc:docMk/>
            <pc:sldMk cId="730462499" sldId="303"/>
            <ac:spMk id="26" creationId="{9FC936C0-4624-438D-BDD0-6B296BD6409D}"/>
          </ac:spMkLst>
        </pc:spChg>
        <pc:spChg chg="add">
          <ac:chgData name="Brigida Reyes" userId="fa9ded72177516ae" providerId="LiveId" clId="{F697C409-150F-4EA1-99A5-AF676A2956D1}" dt="2026-09-13T02:46:56.101" v="48" actId="26606"/>
          <ac:spMkLst>
            <pc:docMk/>
            <pc:sldMk cId="730462499" sldId="303"/>
            <ac:spMk id="27" creationId="{4B526CBF-0AA4-49A9-B305-EE0AF3AF6D3C}"/>
          </ac:spMkLst>
        </pc:spChg>
        <pc:grpChg chg="add del">
          <ac:chgData name="Brigida Reyes" userId="fa9ded72177516ae" providerId="LiveId" clId="{F697C409-150F-4EA1-99A5-AF676A2956D1}" dt="2026-09-13T02:46:56.084" v="47" actId="26606"/>
          <ac:grpSpMkLst>
            <pc:docMk/>
            <pc:sldMk cId="730462499" sldId="303"/>
            <ac:grpSpMk id="19" creationId="{1654C7F9-AF92-42BD-A713-6B020F63B307}"/>
          </ac:grpSpMkLst>
        </pc:grpChg>
        <pc:grpChg chg="add">
          <ac:chgData name="Brigida Reyes" userId="fa9ded72177516ae" providerId="LiveId" clId="{F697C409-150F-4EA1-99A5-AF676A2956D1}" dt="2026-09-13T02:46:56.101" v="48" actId="26606"/>
          <ac:grpSpMkLst>
            <pc:docMk/>
            <pc:sldMk cId="730462499" sldId="303"/>
            <ac:grpSpMk id="29" creationId="{CC8B5139-02E6-4DEA-9CCE-962CAF0AFBA0}"/>
          </ac:grpSpMkLst>
        </pc:grpChg>
        <pc:picChg chg="add del">
          <ac:chgData name="Brigida Reyes" userId="fa9ded72177516ae" providerId="LiveId" clId="{F697C409-150F-4EA1-99A5-AF676A2956D1}" dt="2026-09-13T02:46:56.084" v="47" actId="26606"/>
          <ac:picMkLst>
            <pc:docMk/>
            <pc:sldMk cId="730462499" sldId="303"/>
            <ac:picMk id="5" creationId="{DA3FEC7B-D8AB-0A88-537A-89098580110D}"/>
          </ac:picMkLst>
        </pc:picChg>
        <pc:picChg chg="add">
          <ac:chgData name="Brigida Reyes" userId="fa9ded72177516ae" providerId="LiveId" clId="{F697C409-150F-4EA1-99A5-AF676A2956D1}" dt="2026-09-13T02:46:56.101" v="48" actId="26606"/>
          <ac:picMkLst>
            <pc:docMk/>
            <pc:sldMk cId="730462499" sldId="303"/>
            <ac:picMk id="28" creationId="{5EE944F7-F2E5-1CEA-29A2-CCECD936796A}"/>
          </ac:picMkLst>
        </pc:picChg>
      </pc:sldChg>
      <pc:sldChg chg="addSp delSp modSp new mod setBg">
        <pc:chgData name="Brigida Reyes" userId="fa9ded72177516ae" providerId="LiveId" clId="{F697C409-150F-4EA1-99A5-AF676A2956D1}" dt="2026-09-13T10:28:39.916" v="243" actId="1076"/>
        <pc:sldMkLst>
          <pc:docMk/>
          <pc:sldMk cId="1533562130" sldId="304"/>
        </pc:sldMkLst>
        <pc:spChg chg="mod">
          <ac:chgData name="Brigida Reyes" userId="fa9ded72177516ae" providerId="LiveId" clId="{F697C409-150F-4EA1-99A5-AF676A2956D1}" dt="2026-09-13T02:50:10.688" v="87" actId="26606"/>
          <ac:spMkLst>
            <pc:docMk/>
            <pc:sldMk cId="1533562130" sldId="304"/>
            <ac:spMk id="2" creationId="{C477956B-16A7-EF5C-DE10-6C639C438D6A}"/>
          </ac:spMkLst>
        </pc:spChg>
        <pc:spChg chg="del mod ord">
          <ac:chgData name="Brigida Reyes" userId="fa9ded72177516ae" providerId="LiveId" clId="{F697C409-150F-4EA1-99A5-AF676A2956D1}" dt="2026-09-13T02:50:17.610" v="88" actId="478"/>
          <ac:spMkLst>
            <pc:docMk/>
            <pc:sldMk cId="1533562130" sldId="304"/>
            <ac:spMk id="3" creationId="{EBCE4A3F-0E0F-2235-5E9A-463E1EAF3362}"/>
          </ac:spMkLst>
        </pc:spChg>
        <pc:spChg chg="add del">
          <ac:chgData name="Brigida Reyes" userId="fa9ded72177516ae" providerId="LiveId" clId="{F697C409-150F-4EA1-99A5-AF676A2956D1}" dt="2026-09-13T02:58:21.881" v="126" actId="26606"/>
          <ac:spMkLst>
            <pc:docMk/>
            <pc:sldMk cId="1533562130" sldId="304"/>
            <ac:spMk id="9" creationId="{2928117C-9446-4E7F-AE62-95E0F6DB5B27}"/>
          </ac:spMkLst>
        </pc:spChg>
        <pc:spChg chg="add del">
          <ac:chgData name="Brigida Reyes" userId="fa9ded72177516ae" providerId="LiveId" clId="{F697C409-150F-4EA1-99A5-AF676A2956D1}" dt="2026-09-13T02:58:21.881" v="126" actId="26606"/>
          <ac:spMkLst>
            <pc:docMk/>
            <pc:sldMk cId="1533562130" sldId="304"/>
            <ac:spMk id="11" creationId="{84D30AFB-4D71-48B0-AA00-28EE92363A5F}"/>
          </ac:spMkLst>
        </pc:spChg>
        <pc:spChg chg="add del">
          <ac:chgData name="Brigida Reyes" userId="fa9ded72177516ae" providerId="LiveId" clId="{F697C409-150F-4EA1-99A5-AF676A2956D1}" dt="2026-09-13T02:58:21.881" v="126" actId="26606"/>
          <ac:spMkLst>
            <pc:docMk/>
            <pc:sldMk cId="1533562130" sldId="304"/>
            <ac:spMk id="13" creationId="{96A0B76F-8010-4C62-B4B6-C5FC438C059E}"/>
          </ac:spMkLst>
        </pc:spChg>
        <pc:spChg chg="add del">
          <ac:chgData name="Brigida Reyes" userId="fa9ded72177516ae" providerId="LiveId" clId="{F697C409-150F-4EA1-99A5-AF676A2956D1}" dt="2026-09-13T02:58:21.881" v="126" actId="26606"/>
          <ac:spMkLst>
            <pc:docMk/>
            <pc:sldMk cId="1533562130" sldId="304"/>
            <ac:spMk id="15" creationId="{9FC936C0-4624-438D-BDD0-6B296BD6409D}"/>
          </ac:spMkLst>
        </pc:spChg>
        <pc:spChg chg="add del">
          <ac:chgData name="Brigida Reyes" userId="fa9ded72177516ae" providerId="LiveId" clId="{F697C409-150F-4EA1-99A5-AF676A2956D1}" dt="2026-09-13T02:58:21.881" v="126" actId="26606"/>
          <ac:spMkLst>
            <pc:docMk/>
            <pc:sldMk cId="1533562130" sldId="304"/>
            <ac:spMk id="17" creationId="{42D4960A-896E-4F6B-BF65-B4662AC9DEB6}"/>
          </ac:spMkLst>
        </pc:spChg>
        <pc:spChg chg="add del">
          <ac:chgData name="Brigida Reyes" userId="fa9ded72177516ae" providerId="LiveId" clId="{F697C409-150F-4EA1-99A5-AF676A2956D1}" dt="2026-09-13T02:58:21.881" v="126" actId="26606"/>
          <ac:spMkLst>
            <pc:docMk/>
            <pc:sldMk cId="1533562130" sldId="304"/>
            <ac:spMk id="19" creationId="{5684944A-8803-462C-84C5-4576C56A7758}"/>
          </ac:spMkLst>
        </pc:spChg>
        <pc:spChg chg="add">
          <ac:chgData name="Brigida Reyes" userId="fa9ded72177516ae" providerId="LiveId" clId="{F697C409-150F-4EA1-99A5-AF676A2956D1}" dt="2026-09-13T02:50:10.688" v="87" actId="26606"/>
          <ac:spMkLst>
            <pc:docMk/>
            <pc:sldMk cId="1533562130" sldId="304"/>
            <ac:spMk id="21" creationId="{E07F3B49-8C20-42F5-831D-59306D05F667}"/>
          </ac:spMkLst>
        </pc:spChg>
        <pc:spChg chg="add">
          <ac:chgData name="Brigida Reyes" userId="fa9ded72177516ae" providerId="LiveId" clId="{F697C409-150F-4EA1-99A5-AF676A2956D1}" dt="2026-09-13T02:58:21.881" v="126" actId="26606"/>
          <ac:spMkLst>
            <pc:docMk/>
            <pc:sldMk cId="1533562130" sldId="304"/>
            <ac:spMk id="28" creationId="{84D30AFB-4D71-48B0-AA00-28EE92363A5F}"/>
          </ac:spMkLst>
        </pc:spChg>
        <pc:spChg chg="add">
          <ac:chgData name="Brigida Reyes" userId="fa9ded72177516ae" providerId="LiveId" clId="{F697C409-150F-4EA1-99A5-AF676A2956D1}" dt="2026-09-13T02:58:21.881" v="126" actId="26606"/>
          <ac:spMkLst>
            <pc:docMk/>
            <pc:sldMk cId="1533562130" sldId="304"/>
            <ac:spMk id="32" creationId="{9FC936C0-4624-438D-BDD0-6B296BD6409D}"/>
          </ac:spMkLst>
        </pc:spChg>
        <pc:spChg chg="add">
          <ac:chgData name="Brigida Reyes" userId="fa9ded72177516ae" providerId="LiveId" clId="{F697C409-150F-4EA1-99A5-AF676A2956D1}" dt="2026-09-13T02:58:21.881" v="126" actId="26606"/>
          <ac:spMkLst>
            <pc:docMk/>
            <pc:sldMk cId="1533562130" sldId="304"/>
            <ac:spMk id="34" creationId="{42D4960A-896E-4F6B-BF65-B4662AC9DEB6}"/>
          </ac:spMkLst>
        </pc:spChg>
        <pc:spChg chg="add">
          <ac:chgData name="Brigida Reyes" userId="fa9ded72177516ae" providerId="LiveId" clId="{F697C409-150F-4EA1-99A5-AF676A2956D1}" dt="2026-09-13T02:58:21.881" v="126" actId="26606"/>
          <ac:spMkLst>
            <pc:docMk/>
            <pc:sldMk cId="1533562130" sldId="304"/>
            <ac:spMk id="38" creationId="{E07F3B49-8C20-42F5-831D-59306D05F667}"/>
          </ac:spMkLst>
        </pc:spChg>
        <pc:picChg chg="add del mod">
          <ac:chgData name="Brigida Reyes" userId="fa9ded72177516ae" providerId="LiveId" clId="{F697C409-150F-4EA1-99A5-AF676A2956D1}" dt="2026-09-13T02:58:14.198" v="124" actId="478"/>
          <ac:picMkLst>
            <pc:docMk/>
            <pc:sldMk cId="1533562130" sldId="304"/>
            <ac:picMk id="4" creationId="{6B3647AE-0823-91F6-8C0F-19516B512F98}"/>
          </ac:picMkLst>
        </pc:picChg>
        <pc:picChg chg="add mod modCrop">
          <ac:chgData name="Brigida Reyes" userId="fa9ded72177516ae" providerId="LiveId" clId="{F697C409-150F-4EA1-99A5-AF676A2956D1}" dt="2026-09-13T10:28:39.916" v="243" actId="1076"/>
          <ac:picMkLst>
            <pc:docMk/>
            <pc:sldMk cId="1533562130" sldId="304"/>
            <ac:picMk id="6" creationId="{C027D6A6-D27E-05A2-5024-D255AF22A0FA}"/>
          </ac:picMkLst>
        </pc:picChg>
      </pc:sldChg>
      <pc:sldChg chg="addSp delSp modSp add del mod setBg delDesignElem">
        <pc:chgData name="Brigida Reyes" userId="fa9ded72177516ae" providerId="LiveId" clId="{F697C409-150F-4EA1-99A5-AF676A2956D1}" dt="2026-09-13T11:00:27.845" v="442" actId="2696"/>
        <pc:sldMkLst>
          <pc:docMk/>
          <pc:sldMk cId="203767722" sldId="305"/>
        </pc:sldMkLst>
        <pc:spChg chg="mod">
          <ac:chgData name="Brigida Reyes" userId="fa9ded72177516ae" providerId="LiveId" clId="{F697C409-150F-4EA1-99A5-AF676A2956D1}" dt="2026-09-13T02:54:26.677" v="108" actId="6549"/>
          <ac:spMkLst>
            <pc:docMk/>
            <pc:sldMk cId="203767722" sldId="305"/>
            <ac:spMk id="3" creationId="{880EDD3C-C722-A2A7-DB83-9F2641EC2078}"/>
          </ac:spMkLst>
        </pc:spChg>
        <pc:spChg chg="del">
          <ac:chgData name="Brigida Reyes" userId="fa9ded72177516ae" providerId="LiveId" clId="{F697C409-150F-4EA1-99A5-AF676A2956D1}" dt="2026-09-13T02:52:56.731" v="100"/>
          <ac:spMkLst>
            <pc:docMk/>
            <pc:sldMk cId="203767722" sldId="305"/>
            <ac:spMk id="10" creationId="{859A499C-26D8-0E93-7E9C-9628B75FA4B6}"/>
          </ac:spMkLst>
        </pc:spChg>
        <pc:picChg chg="add mod">
          <ac:chgData name="Brigida Reyes" userId="fa9ded72177516ae" providerId="LiveId" clId="{F697C409-150F-4EA1-99A5-AF676A2956D1}" dt="2026-09-13T02:58:05.055" v="123" actId="1076"/>
          <ac:picMkLst>
            <pc:docMk/>
            <pc:sldMk cId="203767722" sldId="305"/>
            <ac:picMk id="4" creationId="{E88C5D57-239D-CDC1-4AE9-2D3B699CB174}"/>
          </ac:picMkLst>
        </pc:picChg>
        <pc:picChg chg="del">
          <ac:chgData name="Brigida Reyes" userId="fa9ded72177516ae" providerId="LiveId" clId="{F697C409-150F-4EA1-99A5-AF676A2956D1}" dt="2026-09-13T02:57:51.531" v="121" actId="478"/>
          <ac:picMkLst>
            <pc:docMk/>
            <pc:sldMk cId="203767722" sldId="305"/>
            <ac:picMk id="5" creationId="{A65856F0-8B6A-24C3-67EC-278E7EC545F6}"/>
          </ac:picMkLst>
        </pc:picChg>
      </pc:sldChg>
      <pc:sldChg chg="addSp modSp new mod setBg">
        <pc:chgData name="Brigida Reyes" userId="fa9ded72177516ae" providerId="LiveId" clId="{F697C409-150F-4EA1-99A5-AF676A2956D1}" dt="2026-09-13T10:30:32.989" v="255" actId="113"/>
        <pc:sldMkLst>
          <pc:docMk/>
          <pc:sldMk cId="215534938" sldId="306"/>
        </pc:sldMkLst>
        <pc:spChg chg="mod">
          <ac:chgData name="Brigida Reyes" userId="fa9ded72177516ae" providerId="LiveId" clId="{F697C409-150F-4EA1-99A5-AF676A2956D1}" dt="2026-09-13T03:13:14.459" v="142"/>
          <ac:spMkLst>
            <pc:docMk/>
            <pc:sldMk cId="215534938" sldId="306"/>
            <ac:spMk id="2" creationId="{18BFF5BD-74BE-F522-4BA5-0DCD41FE53DB}"/>
          </ac:spMkLst>
        </pc:spChg>
        <pc:spChg chg="mod">
          <ac:chgData name="Brigida Reyes" userId="fa9ded72177516ae" providerId="LiveId" clId="{F697C409-150F-4EA1-99A5-AF676A2956D1}" dt="2026-09-13T10:30:32.989" v="255" actId="113"/>
          <ac:spMkLst>
            <pc:docMk/>
            <pc:sldMk cId="215534938" sldId="306"/>
            <ac:spMk id="3" creationId="{BF197E2F-C9B5-9209-F801-A20B240AA93C}"/>
          </ac:spMkLst>
        </pc:spChg>
        <pc:spChg chg="add">
          <ac:chgData name="Brigida Reyes" userId="fa9ded72177516ae" providerId="LiveId" clId="{F697C409-150F-4EA1-99A5-AF676A2956D1}" dt="2026-09-13T03:12:39.258" v="128" actId="26606"/>
          <ac:spMkLst>
            <pc:docMk/>
            <pc:sldMk cId="215534938" sldId="306"/>
            <ac:spMk id="9" creationId="{EA97CA5D-BCDD-4F61-B77F-34068368BF47}"/>
          </ac:spMkLst>
        </pc:spChg>
        <pc:spChg chg="add">
          <ac:chgData name="Brigida Reyes" userId="fa9ded72177516ae" providerId="LiveId" clId="{F697C409-150F-4EA1-99A5-AF676A2956D1}" dt="2026-09-13T03:12:39.258" v="128" actId="26606"/>
          <ac:spMkLst>
            <pc:docMk/>
            <pc:sldMk cId="215534938" sldId="306"/>
            <ac:spMk id="11" creationId="{BB80117C-7F39-43C5-86D0-1B3E99AB5E86}"/>
          </ac:spMkLst>
        </pc:spChg>
        <pc:grpChg chg="add">
          <ac:chgData name="Brigida Reyes" userId="fa9ded72177516ae" providerId="LiveId" clId="{F697C409-150F-4EA1-99A5-AF676A2956D1}" dt="2026-09-13T03:12:39.258" v="128" actId="26606"/>
          <ac:grpSpMkLst>
            <pc:docMk/>
            <pc:sldMk cId="215534938" sldId="306"/>
            <ac:grpSpMk id="13" creationId="{22A9BB93-2DF4-4EFD-94C3-A0CC895CDE64}"/>
          </ac:grpSpMkLst>
        </pc:grpChg>
        <pc:picChg chg="add">
          <ac:chgData name="Brigida Reyes" userId="fa9ded72177516ae" providerId="LiveId" clId="{F697C409-150F-4EA1-99A5-AF676A2956D1}" dt="2026-09-13T03:12:39.258" v="128" actId="26606"/>
          <ac:picMkLst>
            <pc:docMk/>
            <pc:sldMk cId="215534938" sldId="306"/>
            <ac:picMk id="5" creationId="{AA5B2CB0-27A5-1807-A7EC-5F641AACC51D}"/>
          </ac:picMkLst>
        </pc:picChg>
      </pc:sldChg>
      <pc:sldChg chg="addSp modSp new del mod ord">
        <pc:chgData name="Brigida Reyes" userId="fa9ded72177516ae" providerId="LiveId" clId="{F697C409-150F-4EA1-99A5-AF676A2956D1}" dt="2026-09-13T10:40:28.454" v="311" actId="2696"/>
        <pc:sldMkLst>
          <pc:docMk/>
          <pc:sldMk cId="2401855733" sldId="307"/>
        </pc:sldMkLst>
        <pc:graphicFrameChg chg="add mod modGraphic">
          <ac:chgData name="Brigida Reyes" userId="fa9ded72177516ae" providerId="LiveId" clId="{F697C409-150F-4EA1-99A5-AF676A2956D1}" dt="2026-09-13T03:17:28.482" v="165" actId="113"/>
          <ac:graphicFrameMkLst>
            <pc:docMk/>
            <pc:sldMk cId="2401855733" sldId="307"/>
            <ac:graphicFrameMk id="2" creationId="{4D3394CB-EACD-2DE5-1465-445EF388E487}"/>
          </ac:graphicFrameMkLst>
        </pc:graphicFrameChg>
      </pc:sldChg>
      <pc:sldChg chg="addSp modSp new mod ord setBg">
        <pc:chgData name="Brigida Reyes" userId="fa9ded72177516ae" providerId="LiveId" clId="{F697C409-150F-4EA1-99A5-AF676A2956D1}" dt="2026-09-13T10:40:06.682" v="310"/>
        <pc:sldMkLst>
          <pc:docMk/>
          <pc:sldMk cId="2546163767" sldId="308"/>
        </pc:sldMkLst>
        <pc:spChg chg="add">
          <ac:chgData name="Brigida Reyes" userId="fa9ded72177516ae" providerId="LiveId" clId="{F697C409-150F-4EA1-99A5-AF676A2956D1}" dt="2026-09-13T03:17:53.409" v="168" actId="26606"/>
          <ac:spMkLst>
            <pc:docMk/>
            <pc:sldMk cId="2546163767" sldId="308"/>
            <ac:spMk id="8" creationId="{1259A422-0023-4292-8200-E080556F30F9}"/>
          </ac:spMkLst>
        </pc:spChg>
        <pc:spChg chg="add">
          <ac:chgData name="Brigida Reyes" userId="fa9ded72177516ae" providerId="LiveId" clId="{F697C409-150F-4EA1-99A5-AF676A2956D1}" dt="2026-09-13T03:17:53.409" v="168" actId="26606"/>
          <ac:spMkLst>
            <pc:docMk/>
            <pc:sldMk cId="2546163767" sldId="308"/>
            <ac:spMk id="10" creationId="{A2413CA5-4739-4BC9-8BB3-B0A4928D314F}"/>
          </ac:spMkLst>
        </pc:spChg>
        <pc:picChg chg="add mod">
          <ac:chgData name="Brigida Reyes" userId="fa9ded72177516ae" providerId="LiveId" clId="{F697C409-150F-4EA1-99A5-AF676A2956D1}" dt="2026-09-13T03:17:53.409" v="168" actId="26606"/>
          <ac:picMkLst>
            <pc:docMk/>
            <pc:sldMk cId="2546163767" sldId="308"/>
            <ac:picMk id="3" creationId="{05488B6E-E1D2-4D65-808C-B27E3F66A6B3}"/>
          </ac:picMkLst>
        </pc:picChg>
      </pc:sldChg>
      <pc:sldChg chg="addSp modSp new del mod setBg">
        <pc:chgData name="Brigida Reyes" userId="fa9ded72177516ae" providerId="LiveId" clId="{F697C409-150F-4EA1-99A5-AF676A2956D1}" dt="2026-09-13T10:40:44.173" v="312" actId="2696"/>
        <pc:sldMkLst>
          <pc:docMk/>
          <pc:sldMk cId="3930711238" sldId="309"/>
        </pc:sldMkLst>
        <pc:picChg chg="add mod">
          <ac:chgData name="Brigida Reyes" userId="fa9ded72177516ae" providerId="LiveId" clId="{F697C409-150F-4EA1-99A5-AF676A2956D1}" dt="2026-09-13T03:22:01.941" v="174" actId="26606"/>
          <ac:picMkLst>
            <pc:docMk/>
            <pc:sldMk cId="3930711238" sldId="309"/>
            <ac:picMk id="2" creationId="{283EE419-DA39-04BD-5591-B5B78CB2FB3D}"/>
          </ac:picMkLst>
        </pc:picChg>
      </pc:sldChg>
      <pc:sldChg chg="addSp delSp modSp new del mod setBg">
        <pc:chgData name="Brigida Reyes" userId="fa9ded72177516ae" providerId="LiveId" clId="{F697C409-150F-4EA1-99A5-AF676A2956D1}" dt="2026-09-13T10:41:26.352" v="328" actId="2696"/>
        <pc:sldMkLst>
          <pc:docMk/>
          <pc:sldMk cId="2965557999" sldId="310"/>
        </pc:sldMkLst>
        <pc:spChg chg="add del">
          <ac:chgData name="Brigida Reyes" userId="fa9ded72177516ae" providerId="LiveId" clId="{F697C409-150F-4EA1-99A5-AF676A2956D1}" dt="2026-09-13T10:35:03.784" v="285" actId="26606"/>
          <ac:spMkLst>
            <pc:docMk/>
            <pc:sldMk cId="2965557999" sldId="310"/>
            <ac:spMk id="4" creationId="{8C266B9D-DC87-430A-8D3A-2E83639A1768}"/>
          </ac:spMkLst>
        </pc:spChg>
        <pc:spChg chg="add del">
          <ac:chgData name="Brigida Reyes" userId="fa9ded72177516ae" providerId="LiveId" clId="{F697C409-150F-4EA1-99A5-AF676A2956D1}" dt="2026-09-13T10:35:03.784" v="285" actId="26606"/>
          <ac:spMkLst>
            <pc:docMk/>
            <pc:sldMk cId="2965557999" sldId="310"/>
            <ac:spMk id="5" creationId="{69282F36-261B-49B3-8CA9-FB857C475A0E}"/>
          </ac:spMkLst>
        </pc:spChg>
        <pc:spChg chg="add del">
          <ac:chgData name="Brigida Reyes" userId="fa9ded72177516ae" providerId="LiveId" clId="{F697C409-150F-4EA1-99A5-AF676A2956D1}" dt="2026-09-13T10:32:03.392" v="259" actId="26606"/>
          <ac:spMkLst>
            <pc:docMk/>
            <pc:sldMk cId="2965557999" sldId="310"/>
            <ac:spMk id="7" creationId="{1259A422-0023-4292-8200-E080556F30F9}"/>
          </ac:spMkLst>
        </pc:spChg>
        <pc:spChg chg="add del">
          <ac:chgData name="Brigida Reyes" userId="fa9ded72177516ae" providerId="LiveId" clId="{F697C409-150F-4EA1-99A5-AF676A2956D1}" dt="2026-09-13T10:32:03.392" v="259" actId="26606"/>
          <ac:spMkLst>
            <pc:docMk/>
            <pc:sldMk cId="2965557999" sldId="310"/>
            <ac:spMk id="9" creationId="{A2413CA5-4739-4BC9-8BB3-B0A4928D314F}"/>
          </ac:spMkLst>
        </pc:spChg>
        <pc:spChg chg="add del">
          <ac:chgData name="Brigida Reyes" userId="fa9ded72177516ae" providerId="LiveId" clId="{F697C409-150F-4EA1-99A5-AF676A2956D1}" dt="2026-09-13T10:35:03.784" v="285" actId="26606"/>
          <ac:spMkLst>
            <pc:docMk/>
            <pc:sldMk cId="2965557999" sldId="310"/>
            <ac:spMk id="11" creationId="{B87215C3-3B83-4BE7-9213-26E084BD6158}"/>
          </ac:spMkLst>
        </pc:spChg>
        <pc:spChg chg="add del">
          <ac:chgData name="Brigida Reyes" userId="fa9ded72177516ae" providerId="LiveId" clId="{F697C409-150F-4EA1-99A5-AF676A2956D1}" dt="2026-09-13T10:35:03.784" v="285" actId="26606"/>
          <ac:spMkLst>
            <pc:docMk/>
            <pc:sldMk cId="2965557999" sldId="310"/>
            <ac:spMk id="13" creationId="{13A105D4-2907-419E-8223-4C266BA1E5FB}"/>
          </ac:spMkLst>
        </pc:spChg>
        <pc:spChg chg="add del">
          <ac:chgData name="Brigida Reyes" userId="fa9ded72177516ae" providerId="LiveId" clId="{F697C409-150F-4EA1-99A5-AF676A2956D1}" dt="2026-09-13T10:35:03.784" v="285" actId="26606"/>
          <ac:spMkLst>
            <pc:docMk/>
            <pc:sldMk cId="2965557999" sldId="310"/>
            <ac:spMk id="15" creationId="{1EEE7F17-8E08-4C69-8E22-661908E6DF72}"/>
          </ac:spMkLst>
        </pc:spChg>
        <pc:spChg chg="add">
          <ac:chgData name="Brigida Reyes" userId="fa9ded72177516ae" providerId="LiveId" clId="{F697C409-150F-4EA1-99A5-AF676A2956D1}" dt="2026-09-13T10:35:03.784" v="285" actId="26606"/>
          <ac:spMkLst>
            <pc:docMk/>
            <pc:sldMk cId="2965557999" sldId="310"/>
            <ac:spMk id="20" creationId="{8C266B9D-DC87-430A-8D3A-2E83639A1768}"/>
          </ac:spMkLst>
        </pc:spChg>
        <pc:spChg chg="add">
          <ac:chgData name="Brigida Reyes" userId="fa9ded72177516ae" providerId="LiveId" clId="{F697C409-150F-4EA1-99A5-AF676A2956D1}" dt="2026-09-13T10:35:03.784" v="285" actId="26606"/>
          <ac:spMkLst>
            <pc:docMk/>
            <pc:sldMk cId="2965557999" sldId="310"/>
            <ac:spMk id="22" creationId="{69282F36-261B-49B3-8CA9-FB857C475A0E}"/>
          </ac:spMkLst>
        </pc:spChg>
        <pc:spChg chg="add">
          <ac:chgData name="Brigida Reyes" userId="fa9ded72177516ae" providerId="LiveId" clId="{F697C409-150F-4EA1-99A5-AF676A2956D1}" dt="2026-09-13T10:35:03.784" v="285" actId="26606"/>
          <ac:spMkLst>
            <pc:docMk/>
            <pc:sldMk cId="2965557999" sldId="310"/>
            <ac:spMk id="24" creationId="{B87215C3-3B83-4BE7-9213-26E084BD6158}"/>
          </ac:spMkLst>
        </pc:spChg>
        <pc:spChg chg="add">
          <ac:chgData name="Brigida Reyes" userId="fa9ded72177516ae" providerId="LiveId" clId="{F697C409-150F-4EA1-99A5-AF676A2956D1}" dt="2026-09-13T10:35:03.784" v="285" actId="26606"/>
          <ac:spMkLst>
            <pc:docMk/>
            <pc:sldMk cId="2965557999" sldId="310"/>
            <ac:spMk id="26" creationId="{13A105D4-2907-419E-8223-4C266BA1E5FB}"/>
          </ac:spMkLst>
        </pc:spChg>
        <pc:spChg chg="add">
          <ac:chgData name="Brigida Reyes" userId="fa9ded72177516ae" providerId="LiveId" clId="{F697C409-150F-4EA1-99A5-AF676A2956D1}" dt="2026-09-13T10:35:03.784" v="285" actId="26606"/>
          <ac:spMkLst>
            <pc:docMk/>
            <pc:sldMk cId="2965557999" sldId="310"/>
            <ac:spMk id="28" creationId="{1EEE7F17-8E08-4C69-8E22-661908E6DF72}"/>
          </ac:spMkLst>
        </pc:spChg>
        <pc:graphicFrameChg chg="add del mod modGraphic">
          <ac:chgData name="Brigida Reyes" userId="fa9ded72177516ae" providerId="LiveId" clId="{F697C409-150F-4EA1-99A5-AF676A2956D1}" dt="2026-09-13T10:33:50.073" v="279" actId="478"/>
          <ac:graphicFrameMkLst>
            <pc:docMk/>
            <pc:sldMk cId="2965557999" sldId="310"/>
            <ac:graphicFrameMk id="2" creationId="{8238C5A6-3EF8-5CB5-22E6-5245C45A0D5B}"/>
          </ac:graphicFrameMkLst>
        </pc:graphicFrameChg>
        <pc:graphicFrameChg chg="add mod">
          <ac:chgData name="Brigida Reyes" userId="fa9ded72177516ae" providerId="LiveId" clId="{F697C409-150F-4EA1-99A5-AF676A2956D1}" dt="2026-09-13T10:35:00.529" v="284"/>
          <ac:graphicFrameMkLst>
            <pc:docMk/>
            <pc:sldMk cId="2965557999" sldId="310"/>
            <ac:graphicFrameMk id="3" creationId="{91801C8B-343F-9DFC-6485-36FC72198ED5}"/>
          </ac:graphicFrameMkLst>
        </pc:graphicFrameChg>
      </pc:sldChg>
      <pc:sldChg chg="addSp delSp modSp new mod">
        <pc:chgData name="Brigida Reyes" userId="fa9ded72177516ae" providerId="LiveId" clId="{F697C409-150F-4EA1-99A5-AF676A2956D1}" dt="2026-09-13T10:33:45.044" v="278" actId="20577"/>
        <pc:sldMkLst>
          <pc:docMk/>
          <pc:sldMk cId="41026196" sldId="311"/>
        </pc:sldMkLst>
        <pc:spChg chg="mod">
          <ac:chgData name="Brigida Reyes" userId="fa9ded72177516ae" providerId="LiveId" clId="{F697C409-150F-4EA1-99A5-AF676A2956D1}" dt="2026-09-13T10:32:37.717" v="264"/>
          <ac:spMkLst>
            <pc:docMk/>
            <pc:sldMk cId="41026196" sldId="311"/>
            <ac:spMk id="2" creationId="{12D7CFB5-D5CA-3FE6-8A40-A4B331797B23}"/>
          </ac:spMkLst>
        </pc:spChg>
        <pc:spChg chg="del">
          <ac:chgData name="Brigida Reyes" userId="fa9ded72177516ae" providerId="LiveId" clId="{F697C409-150F-4EA1-99A5-AF676A2956D1}" dt="2026-09-13T10:32:28.874" v="263" actId="478"/>
          <ac:spMkLst>
            <pc:docMk/>
            <pc:sldMk cId="41026196" sldId="311"/>
            <ac:spMk id="3" creationId="{0835C5DD-49BD-C8BB-FF3F-1878197CB668}"/>
          </ac:spMkLst>
        </pc:spChg>
        <pc:graphicFrameChg chg="add mod modGraphic">
          <ac:chgData name="Brigida Reyes" userId="fa9ded72177516ae" providerId="LiveId" clId="{F697C409-150F-4EA1-99A5-AF676A2956D1}" dt="2026-09-13T10:33:45.044" v="278" actId="20577"/>
          <ac:graphicFrameMkLst>
            <pc:docMk/>
            <pc:sldMk cId="41026196" sldId="311"/>
            <ac:graphicFrameMk id="5" creationId="{CC6FDF99-9B7A-9AFD-CBA6-BADEEE000CF1}"/>
          </ac:graphicFrameMkLst>
        </pc:graphicFrameChg>
      </pc:sldChg>
      <pc:sldChg chg="addSp delSp modSp new mod">
        <pc:chgData name="Brigida Reyes" userId="fa9ded72177516ae" providerId="LiveId" clId="{F697C409-150F-4EA1-99A5-AF676A2956D1}" dt="2026-09-13T10:38:30.596" v="308" actId="1076"/>
        <pc:sldMkLst>
          <pc:docMk/>
          <pc:sldMk cId="3614254883" sldId="312"/>
        </pc:sldMkLst>
        <pc:spChg chg="mod">
          <ac:chgData name="Brigida Reyes" userId="fa9ded72177516ae" providerId="LiveId" clId="{F697C409-150F-4EA1-99A5-AF676A2956D1}" dt="2026-09-13T10:34:02.410" v="281"/>
          <ac:spMkLst>
            <pc:docMk/>
            <pc:sldMk cId="3614254883" sldId="312"/>
            <ac:spMk id="2" creationId="{01FFE61F-4D26-5E8E-A07C-F30FDC24F566}"/>
          </ac:spMkLst>
        </pc:spChg>
        <pc:spChg chg="del mod">
          <ac:chgData name="Brigida Reyes" userId="fa9ded72177516ae" providerId="LiveId" clId="{F697C409-150F-4EA1-99A5-AF676A2956D1}" dt="2026-09-13T10:34:05.328" v="283" actId="478"/>
          <ac:spMkLst>
            <pc:docMk/>
            <pc:sldMk cId="3614254883" sldId="312"/>
            <ac:spMk id="3" creationId="{135FBAA9-E60A-A890-A72A-1AEE1C81F0E1}"/>
          </ac:spMkLst>
        </pc:spChg>
        <pc:graphicFrameChg chg="add mod">
          <ac:chgData name="Brigida Reyes" userId="fa9ded72177516ae" providerId="LiveId" clId="{F697C409-150F-4EA1-99A5-AF676A2956D1}" dt="2026-09-13T10:35:14.967" v="286"/>
          <ac:graphicFrameMkLst>
            <pc:docMk/>
            <pc:sldMk cId="3614254883" sldId="312"/>
            <ac:graphicFrameMk id="4" creationId="{C05127A8-7E0B-6308-F680-B8950BE7E105}"/>
          </ac:graphicFrameMkLst>
        </pc:graphicFrameChg>
        <pc:graphicFrameChg chg="add mod modGraphic">
          <ac:chgData name="Brigida Reyes" userId="fa9ded72177516ae" providerId="LiveId" clId="{F697C409-150F-4EA1-99A5-AF676A2956D1}" dt="2026-09-13T10:38:30.596" v="308" actId="1076"/>
          <ac:graphicFrameMkLst>
            <pc:docMk/>
            <pc:sldMk cId="3614254883" sldId="312"/>
            <ac:graphicFrameMk id="6" creationId="{BF8966F4-82B8-E5F3-180B-1595C324332E}"/>
          </ac:graphicFrameMkLst>
        </pc:graphicFrameChg>
      </pc:sldChg>
      <pc:sldChg chg="modSp new mod ord">
        <pc:chgData name="Brigida Reyes" userId="fa9ded72177516ae" providerId="LiveId" clId="{F697C409-150F-4EA1-99A5-AF676A2956D1}" dt="2026-09-13T10:56:33.691" v="437"/>
        <pc:sldMkLst>
          <pc:docMk/>
          <pc:sldMk cId="771905499" sldId="313"/>
        </pc:sldMkLst>
        <pc:spChg chg="mod">
          <ac:chgData name="Brigida Reyes" userId="fa9ded72177516ae" providerId="LiveId" clId="{F697C409-150F-4EA1-99A5-AF676A2956D1}" dt="2026-09-13T10:46:02.268" v="365"/>
          <ac:spMkLst>
            <pc:docMk/>
            <pc:sldMk cId="771905499" sldId="313"/>
            <ac:spMk id="2" creationId="{1E37EA2A-7DC6-C950-492E-C7219EF200C6}"/>
          </ac:spMkLst>
        </pc:spChg>
        <pc:spChg chg="mod">
          <ac:chgData name="Brigida Reyes" userId="fa9ded72177516ae" providerId="LiveId" clId="{F697C409-150F-4EA1-99A5-AF676A2956D1}" dt="2026-09-13T10:46:07.319" v="368" actId="403"/>
          <ac:spMkLst>
            <pc:docMk/>
            <pc:sldMk cId="771905499" sldId="313"/>
            <ac:spMk id="3" creationId="{267BFF7E-3539-4BBA-F06D-CDF2DE21D178}"/>
          </ac:spMkLst>
        </pc:spChg>
      </pc:sldChg>
      <pc:sldChg chg="addSp delSp modSp new mod ord setBg setClrOvrMap">
        <pc:chgData name="Brigida Reyes" userId="fa9ded72177516ae" providerId="LiveId" clId="{F697C409-150F-4EA1-99A5-AF676A2956D1}" dt="2026-09-13T10:53:07.879" v="421"/>
        <pc:sldMkLst>
          <pc:docMk/>
          <pc:sldMk cId="4004028707" sldId="314"/>
        </pc:sldMkLst>
        <pc:spChg chg="mod">
          <ac:chgData name="Brigida Reyes" userId="fa9ded72177516ae" providerId="LiveId" clId="{F697C409-150F-4EA1-99A5-AF676A2956D1}" dt="2026-09-13T10:49:52.825" v="382" actId="26606"/>
          <ac:spMkLst>
            <pc:docMk/>
            <pc:sldMk cId="4004028707" sldId="314"/>
            <ac:spMk id="2" creationId="{6A40D72D-94AC-F0A9-FB5E-F12F7D2F684D}"/>
          </ac:spMkLst>
        </pc:spChg>
        <pc:spChg chg="mod">
          <ac:chgData name="Brigida Reyes" userId="fa9ded72177516ae" providerId="LiveId" clId="{F697C409-150F-4EA1-99A5-AF676A2956D1}" dt="2026-09-13T10:50:57.533" v="400" actId="20577"/>
          <ac:spMkLst>
            <pc:docMk/>
            <pc:sldMk cId="4004028707" sldId="314"/>
            <ac:spMk id="3" creationId="{100F388F-FB6E-9806-EF6F-A99863A0F8C6}"/>
          </ac:spMkLst>
        </pc:spChg>
        <pc:spChg chg="add del">
          <ac:chgData name="Brigida Reyes" userId="fa9ded72177516ae" providerId="LiveId" clId="{F697C409-150F-4EA1-99A5-AF676A2956D1}" dt="2026-09-13T10:49:52.825" v="382" actId="26606"/>
          <ac:spMkLst>
            <pc:docMk/>
            <pc:sldMk cId="4004028707" sldId="314"/>
            <ac:spMk id="9" creationId="{636F6DB7-CF8D-494A-82F6-13B58DCA9896}"/>
          </ac:spMkLst>
        </pc:spChg>
        <pc:spChg chg="add del">
          <ac:chgData name="Brigida Reyes" userId="fa9ded72177516ae" providerId="LiveId" clId="{F697C409-150F-4EA1-99A5-AF676A2956D1}" dt="2026-09-13T10:49:52.825" v="382" actId="26606"/>
          <ac:spMkLst>
            <pc:docMk/>
            <pc:sldMk cId="4004028707" sldId="314"/>
            <ac:spMk id="11" creationId="{0B7E5194-6E82-4A44-99C3-FE7D87F34134}"/>
          </ac:spMkLst>
        </pc:spChg>
        <pc:grpChg chg="add del">
          <ac:chgData name="Brigida Reyes" userId="fa9ded72177516ae" providerId="LiveId" clId="{F697C409-150F-4EA1-99A5-AF676A2956D1}" dt="2026-09-13T10:49:52.825" v="382" actId="26606"/>
          <ac:grpSpMkLst>
            <pc:docMk/>
            <pc:sldMk cId="4004028707" sldId="314"/>
            <ac:grpSpMk id="13" creationId="{49FCC1E1-84D3-494D-A0A0-286AFA1C3018}"/>
          </ac:grpSpMkLst>
        </pc:grpChg>
        <pc:graphicFrameChg chg="add mod modGraphic">
          <ac:chgData name="Brigida Reyes" userId="fa9ded72177516ae" providerId="LiveId" clId="{F697C409-150F-4EA1-99A5-AF676A2956D1}" dt="2026-09-13T10:49:52.825" v="382" actId="26606"/>
          <ac:graphicFrameMkLst>
            <pc:docMk/>
            <pc:sldMk cId="4004028707" sldId="314"/>
            <ac:graphicFrameMk id="4" creationId="{64304ED2-3B5D-7A5E-D183-B618ED9B120A}"/>
          </ac:graphicFrameMkLst>
        </pc:graphicFrameChg>
        <pc:graphicFrameChg chg="add mod modGraphic">
          <ac:chgData name="Brigida Reyes" userId="fa9ded72177516ae" providerId="LiveId" clId="{F697C409-150F-4EA1-99A5-AF676A2956D1}" dt="2026-09-13T10:52:15.418" v="419" actId="113"/>
          <ac:graphicFrameMkLst>
            <pc:docMk/>
            <pc:sldMk cId="4004028707" sldId="314"/>
            <ac:graphicFrameMk id="6" creationId="{F7667A88-91ED-619F-EED2-E5D22682A8C5}"/>
          </ac:graphicFrameMkLst>
        </pc:graphicFrameChg>
      </pc:sldChg>
      <pc:sldChg chg="add setBg">
        <pc:chgData name="Brigida Reyes" userId="fa9ded72177516ae" providerId="LiveId" clId="{F697C409-150F-4EA1-99A5-AF676A2956D1}" dt="2026-09-13T11:42:40.220" v="662"/>
        <pc:sldMkLst>
          <pc:docMk/>
          <pc:sldMk cId="0" sldId="315"/>
        </pc:sldMkLst>
      </pc:sldChg>
      <pc:sldChg chg="addSp modSp new del mod setBg">
        <pc:chgData name="Brigida Reyes" userId="fa9ded72177516ae" providerId="LiveId" clId="{F697C409-150F-4EA1-99A5-AF676A2956D1}" dt="2026-09-13T10:53:47.140" v="426" actId="2696"/>
        <pc:sldMkLst>
          <pc:docMk/>
          <pc:sldMk cId="1894494765" sldId="315"/>
        </pc:sldMkLst>
        <pc:spChg chg="add">
          <ac:chgData name="Brigida Reyes" userId="fa9ded72177516ae" providerId="LiveId" clId="{F697C409-150F-4EA1-99A5-AF676A2956D1}" dt="2026-09-13T10:50:18.955" v="385" actId="26606"/>
          <ac:spMkLst>
            <pc:docMk/>
            <pc:sldMk cId="1894494765" sldId="315"/>
            <ac:spMk id="7" creationId="{65D9C196-56A3-4D2B-B250-2501F51B4C14}"/>
          </ac:spMkLst>
        </pc:spChg>
        <pc:spChg chg="add">
          <ac:chgData name="Brigida Reyes" userId="fa9ded72177516ae" providerId="LiveId" clId="{F697C409-150F-4EA1-99A5-AF676A2956D1}" dt="2026-09-13T10:50:18.955" v="385" actId="26606"/>
          <ac:spMkLst>
            <pc:docMk/>
            <pc:sldMk cId="1894494765" sldId="315"/>
            <ac:spMk id="9" creationId="{3A6EBF77-A535-4798-83D5-C5D9C36BFA83}"/>
          </ac:spMkLst>
        </pc:spChg>
        <pc:spChg chg="add">
          <ac:chgData name="Brigida Reyes" userId="fa9ded72177516ae" providerId="LiveId" clId="{F697C409-150F-4EA1-99A5-AF676A2956D1}" dt="2026-09-13T10:50:18.955" v="385" actId="26606"/>
          <ac:spMkLst>
            <pc:docMk/>
            <pc:sldMk cId="1894494765" sldId="315"/>
            <ac:spMk id="11" creationId="{DDB2DB23-D2D0-4E56-A97D-E9B80FD3E4A7}"/>
          </ac:spMkLst>
        </pc:spChg>
        <pc:graphicFrameChg chg="add mod modGraphic">
          <ac:chgData name="Brigida Reyes" userId="fa9ded72177516ae" providerId="LiveId" clId="{F697C409-150F-4EA1-99A5-AF676A2956D1}" dt="2026-09-13T10:50:37.715" v="391" actId="113"/>
          <ac:graphicFrameMkLst>
            <pc:docMk/>
            <pc:sldMk cId="1894494765" sldId="315"/>
            <ac:graphicFrameMk id="2" creationId="{487D6BEE-9AF3-7388-8C03-5E1FE1822C7E}"/>
          </ac:graphicFrameMkLst>
        </pc:graphicFrameChg>
      </pc:sldChg>
      <pc:sldChg chg="modSp new mod ord">
        <pc:chgData name="Brigida Reyes" userId="fa9ded72177516ae" providerId="LiveId" clId="{F697C409-150F-4EA1-99A5-AF676A2956D1}" dt="2026-09-13T10:54:57.222" v="431" actId="12"/>
        <pc:sldMkLst>
          <pc:docMk/>
          <pc:sldMk cId="2124557887" sldId="316"/>
        </pc:sldMkLst>
        <pc:spChg chg="mod">
          <ac:chgData name="Brigida Reyes" userId="fa9ded72177516ae" providerId="LiveId" clId="{F697C409-150F-4EA1-99A5-AF676A2956D1}" dt="2026-09-13T10:53:32.312" v="423"/>
          <ac:spMkLst>
            <pc:docMk/>
            <pc:sldMk cId="2124557887" sldId="316"/>
            <ac:spMk id="2" creationId="{F20BCCA4-8E43-AC60-5072-3715014AFFA5}"/>
          </ac:spMkLst>
        </pc:spChg>
        <pc:spChg chg="mod">
          <ac:chgData name="Brigida Reyes" userId="fa9ded72177516ae" providerId="LiveId" clId="{F697C409-150F-4EA1-99A5-AF676A2956D1}" dt="2026-09-13T10:54:57.222" v="431" actId="12"/>
          <ac:spMkLst>
            <pc:docMk/>
            <pc:sldMk cId="2124557887" sldId="316"/>
            <ac:spMk id="3" creationId="{DE3A3FBA-4914-81BA-8A9C-5C3C02E492C8}"/>
          </ac:spMkLst>
        </pc:spChg>
      </pc:sldChg>
      <pc:sldChg chg="addSp modSp new mod">
        <pc:chgData name="Brigida Reyes" userId="fa9ded72177516ae" providerId="LiveId" clId="{F697C409-150F-4EA1-99A5-AF676A2956D1}" dt="2026-09-13T11:37:42.722" v="652" actId="1076"/>
        <pc:sldMkLst>
          <pc:docMk/>
          <pc:sldMk cId="284079512" sldId="317"/>
        </pc:sldMkLst>
        <pc:spChg chg="mod">
          <ac:chgData name="Brigida Reyes" userId="fa9ded72177516ae" providerId="LiveId" clId="{F697C409-150F-4EA1-99A5-AF676A2956D1}" dt="2026-09-13T11:32:04.875" v="636"/>
          <ac:spMkLst>
            <pc:docMk/>
            <pc:sldMk cId="284079512" sldId="317"/>
            <ac:spMk id="2" creationId="{6E4ECF27-7C5C-9BCE-30FD-89DF5E801E3A}"/>
          </ac:spMkLst>
        </pc:spChg>
        <pc:spChg chg="mod">
          <ac:chgData name="Brigida Reyes" userId="fa9ded72177516ae" providerId="LiveId" clId="{F697C409-150F-4EA1-99A5-AF676A2956D1}" dt="2026-09-13T11:37:28.265" v="644" actId="14100"/>
          <ac:spMkLst>
            <pc:docMk/>
            <pc:sldMk cId="284079512" sldId="317"/>
            <ac:spMk id="3" creationId="{C1CDB70B-4F8C-1489-7DF3-196E49A96DA2}"/>
          </ac:spMkLst>
        </pc:spChg>
        <pc:picChg chg="add mod">
          <ac:chgData name="Brigida Reyes" userId="fa9ded72177516ae" providerId="LiveId" clId="{F697C409-150F-4EA1-99A5-AF676A2956D1}" dt="2026-09-13T11:37:42.722" v="652" actId="1076"/>
          <ac:picMkLst>
            <pc:docMk/>
            <pc:sldMk cId="284079512" sldId="317"/>
            <ac:picMk id="4" creationId="{E5F999FB-ECC8-7923-A603-592974E5D2BE}"/>
          </ac:picMkLst>
        </pc:picChg>
        <pc:picChg chg="add mod">
          <ac:chgData name="Brigida Reyes" userId="fa9ded72177516ae" providerId="LiveId" clId="{F697C409-150F-4EA1-99A5-AF676A2956D1}" dt="2026-09-13T11:37:39.867" v="651" actId="1076"/>
          <ac:picMkLst>
            <pc:docMk/>
            <pc:sldMk cId="284079512" sldId="317"/>
            <ac:picMk id="5" creationId="{FE37F31A-8332-7479-9517-ADF63AFB6FC4}"/>
          </ac:picMkLst>
        </pc:picChg>
      </pc:sldChg>
      <pc:sldChg chg="addSp delSp modSp new mod setBg">
        <pc:chgData name="Brigida Reyes" userId="fa9ded72177516ae" providerId="LiveId" clId="{F697C409-150F-4EA1-99A5-AF676A2956D1}" dt="2026-09-13T11:02:05.561" v="448" actId="26606"/>
        <pc:sldMkLst>
          <pc:docMk/>
          <pc:sldMk cId="903141964" sldId="318"/>
        </pc:sldMkLst>
        <pc:spChg chg="mod ord">
          <ac:chgData name="Brigida Reyes" userId="fa9ded72177516ae" providerId="LiveId" clId="{F697C409-150F-4EA1-99A5-AF676A2956D1}" dt="2026-09-13T11:02:05.561" v="448" actId="26606"/>
          <ac:spMkLst>
            <pc:docMk/>
            <pc:sldMk cId="903141964" sldId="318"/>
            <ac:spMk id="2" creationId="{62B6115E-DA3F-25E9-2180-D44028E0D4D5}"/>
          </ac:spMkLst>
        </pc:spChg>
        <pc:spChg chg="del">
          <ac:chgData name="Brigida Reyes" userId="fa9ded72177516ae" providerId="LiveId" clId="{F697C409-150F-4EA1-99A5-AF676A2956D1}" dt="2026-09-13T11:01:09.111" v="445" actId="478"/>
          <ac:spMkLst>
            <pc:docMk/>
            <pc:sldMk cId="903141964" sldId="318"/>
            <ac:spMk id="3" creationId="{7125B3C5-D6EE-47CC-D6EF-2B984A098329}"/>
          </ac:spMkLst>
        </pc:spChg>
        <pc:spChg chg="add">
          <ac:chgData name="Brigida Reyes" userId="fa9ded72177516ae" providerId="LiveId" clId="{F697C409-150F-4EA1-99A5-AF676A2956D1}" dt="2026-09-13T11:02:05.561" v="448" actId="26606"/>
          <ac:spMkLst>
            <pc:docMk/>
            <pc:sldMk cId="903141964" sldId="318"/>
            <ac:spMk id="9" creationId="{DB691D59-8F51-4DD8-AD41-D568D29B08F8}"/>
          </ac:spMkLst>
        </pc:spChg>
        <pc:spChg chg="add">
          <ac:chgData name="Brigida Reyes" userId="fa9ded72177516ae" providerId="LiveId" clId="{F697C409-150F-4EA1-99A5-AF676A2956D1}" dt="2026-09-13T11:02:05.561" v="448" actId="26606"/>
          <ac:spMkLst>
            <pc:docMk/>
            <pc:sldMk cId="903141964" sldId="318"/>
            <ac:spMk id="11" creationId="{204AEF18-0627-48F3-9B3D-F7E8F050B1D4}"/>
          </ac:spMkLst>
        </pc:spChg>
        <pc:spChg chg="add">
          <ac:chgData name="Brigida Reyes" userId="fa9ded72177516ae" providerId="LiveId" clId="{F697C409-150F-4EA1-99A5-AF676A2956D1}" dt="2026-09-13T11:02:05.561" v="448" actId="26606"/>
          <ac:spMkLst>
            <pc:docMk/>
            <pc:sldMk cId="903141964" sldId="318"/>
            <ac:spMk id="13" creationId="{CEAEE08A-C572-438F-9753-B0D527A515A7}"/>
          </ac:spMkLst>
        </pc:spChg>
        <pc:spChg chg="add">
          <ac:chgData name="Brigida Reyes" userId="fa9ded72177516ae" providerId="LiveId" clId="{F697C409-150F-4EA1-99A5-AF676A2956D1}" dt="2026-09-13T11:02:05.561" v="448" actId="26606"/>
          <ac:spMkLst>
            <pc:docMk/>
            <pc:sldMk cId="903141964" sldId="318"/>
            <ac:spMk id="15" creationId="{DB93146F-62ED-4C59-844C-0935D0FB5031}"/>
          </ac:spMkLst>
        </pc:spChg>
        <pc:spChg chg="add">
          <ac:chgData name="Brigida Reyes" userId="fa9ded72177516ae" providerId="LiveId" clId="{F697C409-150F-4EA1-99A5-AF676A2956D1}" dt="2026-09-13T11:02:05.561" v="448" actId="26606"/>
          <ac:spMkLst>
            <pc:docMk/>
            <pc:sldMk cId="903141964" sldId="318"/>
            <ac:spMk id="17" creationId="{BF3D65BA-1C65-40FB-92EF-83951BDC1D7C}"/>
          </ac:spMkLst>
        </pc:spChg>
        <pc:spChg chg="add">
          <ac:chgData name="Brigida Reyes" userId="fa9ded72177516ae" providerId="LiveId" clId="{F697C409-150F-4EA1-99A5-AF676A2956D1}" dt="2026-09-13T11:02:05.561" v="448" actId="26606"/>
          <ac:spMkLst>
            <pc:docMk/>
            <pc:sldMk cId="903141964" sldId="318"/>
            <ac:spMk id="19" creationId="{ADF52CCA-FCDD-49A0-BFFC-3BD41F1B827A}"/>
          </ac:spMkLst>
        </pc:spChg>
        <pc:picChg chg="add mod">
          <ac:chgData name="Brigida Reyes" userId="fa9ded72177516ae" providerId="LiveId" clId="{F697C409-150F-4EA1-99A5-AF676A2956D1}" dt="2026-09-13T11:02:05.561" v="448" actId="26606"/>
          <ac:picMkLst>
            <pc:docMk/>
            <pc:sldMk cId="903141964" sldId="318"/>
            <ac:picMk id="4" creationId="{72D22590-80CA-D0BF-7D6F-2938C7145754}"/>
          </ac:picMkLst>
        </pc:picChg>
      </pc:sldChg>
      <pc:sldChg chg="modSp new mod">
        <pc:chgData name="Brigida Reyes" userId="fa9ded72177516ae" providerId="LiveId" clId="{F697C409-150F-4EA1-99A5-AF676A2956D1}" dt="2026-09-13T11:03:23.139" v="459" actId="20577"/>
        <pc:sldMkLst>
          <pc:docMk/>
          <pc:sldMk cId="1920149370" sldId="319"/>
        </pc:sldMkLst>
        <pc:spChg chg="mod">
          <ac:chgData name="Brigida Reyes" userId="fa9ded72177516ae" providerId="LiveId" clId="{F697C409-150F-4EA1-99A5-AF676A2956D1}" dt="2026-09-13T11:02:30.573" v="450"/>
          <ac:spMkLst>
            <pc:docMk/>
            <pc:sldMk cId="1920149370" sldId="319"/>
            <ac:spMk id="2" creationId="{C957287D-527F-911B-1F49-C7DEA5A47BCC}"/>
          </ac:spMkLst>
        </pc:spChg>
        <pc:spChg chg="mod">
          <ac:chgData name="Brigida Reyes" userId="fa9ded72177516ae" providerId="LiveId" clId="{F697C409-150F-4EA1-99A5-AF676A2956D1}" dt="2026-09-13T11:03:23.139" v="459" actId="20577"/>
          <ac:spMkLst>
            <pc:docMk/>
            <pc:sldMk cId="1920149370" sldId="319"/>
            <ac:spMk id="3" creationId="{CE6F18A6-95CA-90BA-8E5C-5E6B3BACE1A9}"/>
          </ac:spMkLst>
        </pc:spChg>
      </pc:sldChg>
      <pc:sldChg chg="addSp modSp new mod setBg">
        <pc:chgData name="Brigida Reyes" userId="fa9ded72177516ae" providerId="LiveId" clId="{F697C409-150F-4EA1-99A5-AF676A2956D1}" dt="2026-09-13T11:10:54.413" v="500" actId="113"/>
        <pc:sldMkLst>
          <pc:docMk/>
          <pc:sldMk cId="10764698" sldId="320"/>
        </pc:sldMkLst>
        <pc:spChg chg="mod">
          <ac:chgData name="Brigida Reyes" userId="fa9ded72177516ae" providerId="LiveId" clId="{F697C409-150F-4EA1-99A5-AF676A2956D1}" dt="2026-09-13T11:10:17.533" v="494" actId="26606"/>
          <ac:spMkLst>
            <pc:docMk/>
            <pc:sldMk cId="10764698" sldId="320"/>
            <ac:spMk id="2" creationId="{4348B96E-661C-A435-BB8D-EAE11934FAD9}"/>
          </ac:spMkLst>
        </pc:spChg>
        <pc:spChg chg="mod ord">
          <ac:chgData name="Brigida Reyes" userId="fa9ded72177516ae" providerId="LiveId" clId="{F697C409-150F-4EA1-99A5-AF676A2956D1}" dt="2026-09-13T11:10:54.413" v="500" actId="113"/>
          <ac:spMkLst>
            <pc:docMk/>
            <pc:sldMk cId="10764698" sldId="320"/>
            <ac:spMk id="3" creationId="{5B737426-9234-4850-45C2-4CE2A44EDE2E}"/>
          </ac:spMkLst>
        </pc:spChg>
        <pc:spChg chg="add">
          <ac:chgData name="Brigida Reyes" userId="fa9ded72177516ae" providerId="LiveId" clId="{F697C409-150F-4EA1-99A5-AF676A2956D1}" dt="2026-09-13T11:10:17.533" v="494" actId="26606"/>
          <ac:spMkLst>
            <pc:docMk/>
            <pc:sldMk cId="10764698" sldId="320"/>
            <ac:spMk id="9" creationId="{9E661D03-4DD4-45E7-A047-ED722E826D59}"/>
          </ac:spMkLst>
        </pc:spChg>
        <pc:picChg chg="add mod">
          <ac:chgData name="Brigida Reyes" userId="fa9ded72177516ae" providerId="LiveId" clId="{F697C409-150F-4EA1-99A5-AF676A2956D1}" dt="2026-09-13T11:10:17.533" v="494" actId="26606"/>
          <ac:picMkLst>
            <pc:docMk/>
            <pc:sldMk cId="10764698" sldId="320"/>
            <ac:picMk id="4" creationId="{D60D7AB5-4829-FB29-0D04-8EBFEF659E33}"/>
          </ac:picMkLst>
        </pc:picChg>
      </pc:sldChg>
      <pc:sldChg chg="addSp delSp modSp new mod setBg">
        <pc:chgData name="Brigida Reyes" userId="fa9ded72177516ae" providerId="LiveId" clId="{F697C409-150F-4EA1-99A5-AF676A2956D1}" dt="2026-09-13T11:11:09.682" v="503" actId="14734"/>
        <pc:sldMkLst>
          <pc:docMk/>
          <pc:sldMk cId="2925096864" sldId="321"/>
        </pc:sldMkLst>
        <pc:spChg chg="mod">
          <ac:chgData name="Brigida Reyes" userId="fa9ded72177516ae" providerId="LiveId" clId="{F697C409-150F-4EA1-99A5-AF676A2956D1}" dt="2026-09-13T11:05:22.462" v="472" actId="26606"/>
          <ac:spMkLst>
            <pc:docMk/>
            <pc:sldMk cId="2925096864" sldId="321"/>
            <ac:spMk id="2" creationId="{2F790C3A-5037-6D03-6E34-048197CD0BFD}"/>
          </ac:spMkLst>
        </pc:spChg>
        <pc:spChg chg="del">
          <ac:chgData name="Brigida Reyes" userId="fa9ded72177516ae" providerId="LiveId" clId="{F697C409-150F-4EA1-99A5-AF676A2956D1}" dt="2026-09-13T11:05:16.219" v="469"/>
          <ac:spMkLst>
            <pc:docMk/>
            <pc:sldMk cId="2925096864" sldId="321"/>
            <ac:spMk id="3" creationId="{9515E18B-EC93-4E0A-DBB0-BF3073D55B7C}"/>
          </ac:spMkLst>
        </pc:spChg>
        <pc:spChg chg="add del">
          <ac:chgData name="Brigida Reyes" userId="fa9ded72177516ae" providerId="LiveId" clId="{F697C409-150F-4EA1-99A5-AF676A2956D1}" dt="2026-09-13T11:05:22.428" v="471" actId="26606"/>
          <ac:spMkLst>
            <pc:docMk/>
            <pc:sldMk cId="2925096864" sldId="321"/>
            <ac:spMk id="9" creationId="{DB691D59-8F51-4DD8-AD41-D568D29B08F8}"/>
          </ac:spMkLst>
        </pc:spChg>
        <pc:spChg chg="add del">
          <ac:chgData name="Brigida Reyes" userId="fa9ded72177516ae" providerId="LiveId" clId="{F697C409-150F-4EA1-99A5-AF676A2956D1}" dt="2026-09-13T11:05:22.428" v="471" actId="26606"/>
          <ac:spMkLst>
            <pc:docMk/>
            <pc:sldMk cId="2925096864" sldId="321"/>
            <ac:spMk id="11" creationId="{204AEF18-0627-48F3-9B3D-F7E8F050B1D4}"/>
          </ac:spMkLst>
        </pc:spChg>
        <pc:spChg chg="add del">
          <ac:chgData name="Brigida Reyes" userId="fa9ded72177516ae" providerId="LiveId" clId="{F697C409-150F-4EA1-99A5-AF676A2956D1}" dt="2026-09-13T11:05:22.428" v="471" actId="26606"/>
          <ac:spMkLst>
            <pc:docMk/>
            <pc:sldMk cId="2925096864" sldId="321"/>
            <ac:spMk id="13" creationId="{CEAEE08A-C572-438F-9753-B0D527A515A7}"/>
          </ac:spMkLst>
        </pc:spChg>
        <pc:spChg chg="add del">
          <ac:chgData name="Brigida Reyes" userId="fa9ded72177516ae" providerId="LiveId" clId="{F697C409-150F-4EA1-99A5-AF676A2956D1}" dt="2026-09-13T11:05:22.428" v="471" actId="26606"/>
          <ac:spMkLst>
            <pc:docMk/>
            <pc:sldMk cId="2925096864" sldId="321"/>
            <ac:spMk id="15" creationId="{DB93146F-62ED-4C59-844C-0935D0FB5031}"/>
          </ac:spMkLst>
        </pc:spChg>
        <pc:spChg chg="add del">
          <ac:chgData name="Brigida Reyes" userId="fa9ded72177516ae" providerId="LiveId" clId="{F697C409-150F-4EA1-99A5-AF676A2956D1}" dt="2026-09-13T11:05:22.428" v="471" actId="26606"/>
          <ac:spMkLst>
            <pc:docMk/>
            <pc:sldMk cId="2925096864" sldId="321"/>
            <ac:spMk id="17" creationId="{BF3D65BA-1C65-40FB-92EF-83951BDC1D7C}"/>
          </ac:spMkLst>
        </pc:spChg>
        <pc:spChg chg="add del">
          <ac:chgData name="Brigida Reyes" userId="fa9ded72177516ae" providerId="LiveId" clId="{F697C409-150F-4EA1-99A5-AF676A2956D1}" dt="2026-09-13T11:05:22.428" v="471" actId="26606"/>
          <ac:spMkLst>
            <pc:docMk/>
            <pc:sldMk cId="2925096864" sldId="321"/>
            <ac:spMk id="19" creationId="{ADF52CCA-FCDD-49A0-BFFC-3BD41F1B827A}"/>
          </ac:spMkLst>
        </pc:spChg>
        <pc:spChg chg="add">
          <ac:chgData name="Brigida Reyes" userId="fa9ded72177516ae" providerId="LiveId" clId="{F697C409-150F-4EA1-99A5-AF676A2956D1}" dt="2026-09-13T11:05:22.462" v="472" actId="26606"/>
          <ac:spMkLst>
            <pc:docMk/>
            <pc:sldMk cId="2925096864" sldId="321"/>
            <ac:spMk id="21" creationId="{DB691D59-8F51-4DD8-AD41-D568D29B08F8}"/>
          </ac:spMkLst>
        </pc:spChg>
        <pc:spChg chg="add">
          <ac:chgData name="Brigida Reyes" userId="fa9ded72177516ae" providerId="LiveId" clId="{F697C409-150F-4EA1-99A5-AF676A2956D1}" dt="2026-09-13T11:05:22.462" v="472" actId="26606"/>
          <ac:spMkLst>
            <pc:docMk/>
            <pc:sldMk cId="2925096864" sldId="321"/>
            <ac:spMk id="22" creationId="{204AEF18-0627-48F3-9B3D-F7E8F050B1D4}"/>
          </ac:spMkLst>
        </pc:spChg>
        <pc:spChg chg="add">
          <ac:chgData name="Brigida Reyes" userId="fa9ded72177516ae" providerId="LiveId" clId="{F697C409-150F-4EA1-99A5-AF676A2956D1}" dt="2026-09-13T11:05:22.462" v="472" actId="26606"/>
          <ac:spMkLst>
            <pc:docMk/>
            <pc:sldMk cId="2925096864" sldId="321"/>
            <ac:spMk id="23" creationId="{CEAEE08A-C572-438F-9753-B0D527A515A7}"/>
          </ac:spMkLst>
        </pc:spChg>
        <pc:spChg chg="add">
          <ac:chgData name="Brigida Reyes" userId="fa9ded72177516ae" providerId="LiveId" clId="{F697C409-150F-4EA1-99A5-AF676A2956D1}" dt="2026-09-13T11:05:22.462" v="472" actId="26606"/>
          <ac:spMkLst>
            <pc:docMk/>
            <pc:sldMk cId="2925096864" sldId="321"/>
            <ac:spMk id="24" creationId="{DB93146F-62ED-4C59-844C-0935D0FB5031}"/>
          </ac:spMkLst>
        </pc:spChg>
        <pc:spChg chg="add">
          <ac:chgData name="Brigida Reyes" userId="fa9ded72177516ae" providerId="LiveId" clId="{F697C409-150F-4EA1-99A5-AF676A2956D1}" dt="2026-09-13T11:05:22.462" v="472" actId="26606"/>
          <ac:spMkLst>
            <pc:docMk/>
            <pc:sldMk cId="2925096864" sldId="321"/>
            <ac:spMk id="25" creationId="{BF3D65BA-1C65-40FB-92EF-83951BDC1D7C}"/>
          </ac:spMkLst>
        </pc:spChg>
        <pc:spChg chg="add">
          <ac:chgData name="Brigida Reyes" userId="fa9ded72177516ae" providerId="LiveId" clId="{F697C409-150F-4EA1-99A5-AF676A2956D1}" dt="2026-09-13T11:05:22.462" v="472" actId="26606"/>
          <ac:spMkLst>
            <pc:docMk/>
            <pc:sldMk cId="2925096864" sldId="321"/>
            <ac:spMk id="26" creationId="{ADF52CCA-FCDD-49A0-BFFC-3BD41F1B827A}"/>
          </ac:spMkLst>
        </pc:spChg>
        <pc:graphicFrameChg chg="add mod modGraphic">
          <ac:chgData name="Brigida Reyes" userId="fa9ded72177516ae" providerId="LiveId" clId="{F697C409-150F-4EA1-99A5-AF676A2956D1}" dt="2026-09-13T11:11:09.682" v="503" actId="14734"/>
          <ac:graphicFrameMkLst>
            <pc:docMk/>
            <pc:sldMk cId="2925096864" sldId="321"/>
            <ac:graphicFrameMk id="4" creationId="{4649F474-17B6-53F2-4BB6-51FF79D970DF}"/>
          </ac:graphicFrameMkLst>
        </pc:graphicFrameChg>
      </pc:sldChg>
      <pc:sldChg chg="addSp delSp modSp new mod setBg setClrOvrMap">
        <pc:chgData name="Brigida Reyes" userId="fa9ded72177516ae" providerId="LiveId" clId="{F697C409-150F-4EA1-99A5-AF676A2956D1}" dt="2026-09-13T11:17:38.255" v="531" actId="26606"/>
        <pc:sldMkLst>
          <pc:docMk/>
          <pc:sldMk cId="1046210353" sldId="322"/>
        </pc:sldMkLst>
        <pc:spChg chg="add del">
          <ac:chgData name="Brigida Reyes" userId="fa9ded72177516ae" providerId="LiveId" clId="{F697C409-150F-4EA1-99A5-AF676A2956D1}" dt="2026-09-13T11:17:38.255" v="531" actId="26606"/>
          <ac:spMkLst>
            <pc:docMk/>
            <pc:sldMk cId="1046210353" sldId="322"/>
            <ac:spMk id="7" creationId="{1259A422-0023-4292-8200-E080556F30F9}"/>
          </ac:spMkLst>
        </pc:spChg>
        <pc:spChg chg="add del">
          <ac:chgData name="Brigida Reyes" userId="fa9ded72177516ae" providerId="LiveId" clId="{F697C409-150F-4EA1-99A5-AF676A2956D1}" dt="2026-09-13T11:17:38.255" v="531" actId="26606"/>
          <ac:spMkLst>
            <pc:docMk/>
            <pc:sldMk cId="1046210353" sldId="322"/>
            <ac:spMk id="9" creationId="{A2413CA5-4739-4BC9-8BB3-B0A4928D314F}"/>
          </ac:spMkLst>
        </pc:spChg>
        <pc:spChg chg="add">
          <ac:chgData name="Brigida Reyes" userId="fa9ded72177516ae" providerId="LiveId" clId="{F697C409-150F-4EA1-99A5-AF676A2956D1}" dt="2026-09-13T11:17:38.255" v="531" actId="26606"/>
          <ac:spMkLst>
            <pc:docMk/>
            <pc:sldMk cId="1046210353" sldId="322"/>
            <ac:spMk id="14" creationId="{A4308965-434A-4011-8316-8ABEFFED04CD}"/>
          </ac:spMkLst>
        </pc:spChg>
        <pc:spChg chg="add">
          <ac:chgData name="Brigida Reyes" userId="fa9ded72177516ae" providerId="LiveId" clId="{F697C409-150F-4EA1-99A5-AF676A2956D1}" dt="2026-09-13T11:17:38.255" v="531" actId="26606"/>
          <ac:spMkLst>
            <pc:docMk/>
            <pc:sldMk cId="1046210353" sldId="322"/>
            <ac:spMk id="16" creationId="{1C910B0D-8E24-46E7-93D7-329948C60D98}"/>
          </ac:spMkLst>
        </pc:spChg>
        <pc:spChg chg="add">
          <ac:chgData name="Brigida Reyes" userId="fa9ded72177516ae" providerId="LiveId" clId="{F697C409-150F-4EA1-99A5-AF676A2956D1}" dt="2026-09-13T11:17:38.255" v="531" actId="26606"/>
          <ac:spMkLst>
            <pc:docMk/>
            <pc:sldMk cId="1046210353" sldId="322"/>
            <ac:spMk id="18" creationId="{FF215A71-CFAF-4964-A613-D07F75FC1A61}"/>
          </ac:spMkLst>
        </pc:spChg>
        <pc:picChg chg="add mod ord modCrop">
          <ac:chgData name="Brigida Reyes" userId="fa9ded72177516ae" providerId="LiveId" clId="{F697C409-150F-4EA1-99A5-AF676A2956D1}" dt="2026-09-13T11:17:38.255" v="531" actId="26606"/>
          <ac:picMkLst>
            <pc:docMk/>
            <pc:sldMk cId="1046210353" sldId="322"/>
            <ac:picMk id="2" creationId="{A483B788-1188-F339-82AF-9FF989E31B41}"/>
          </ac:picMkLst>
        </pc:picChg>
        <pc:picChg chg="add mod">
          <ac:chgData name="Brigida Reyes" userId="fa9ded72177516ae" providerId="LiveId" clId="{F697C409-150F-4EA1-99A5-AF676A2956D1}" dt="2026-09-13T11:17:38.255" v="531" actId="26606"/>
          <ac:picMkLst>
            <pc:docMk/>
            <pc:sldMk cId="1046210353" sldId="322"/>
            <ac:picMk id="4" creationId="{F2186EFF-8479-4A13-FE07-4F9E9EC7D50A}"/>
          </ac:picMkLst>
        </pc:picChg>
      </pc:sldChg>
      <pc:sldChg chg="addSp delSp modSp new mod">
        <pc:chgData name="Brigida Reyes" userId="fa9ded72177516ae" providerId="LiveId" clId="{F697C409-150F-4EA1-99A5-AF676A2956D1}" dt="2026-09-13T11:18:24.212" v="536" actId="255"/>
        <pc:sldMkLst>
          <pc:docMk/>
          <pc:sldMk cId="767718876" sldId="323"/>
        </pc:sldMkLst>
        <pc:spChg chg="mod">
          <ac:chgData name="Brigida Reyes" userId="fa9ded72177516ae" providerId="LiveId" clId="{F697C409-150F-4EA1-99A5-AF676A2956D1}" dt="2026-09-13T11:11:42.814" v="505"/>
          <ac:spMkLst>
            <pc:docMk/>
            <pc:sldMk cId="767718876" sldId="323"/>
            <ac:spMk id="2" creationId="{57C77A67-A8AE-6835-C9B1-77AA6CD9B475}"/>
          </ac:spMkLst>
        </pc:spChg>
        <pc:spChg chg="del">
          <ac:chgData name="Brigida Reyes" userId="fa9ded72177516ae" providerId="LiveId" clId="{F697C409-150F-4EA1-99A5-AF676A2956D1}" dt="2026-09-13T11:12:48.486" v="509" actId="478"/>
          <ac:spMkLst>
            <pc:docMk/>
            <pc:sldMk cId="767718876" sldId="323"/>
            <ac:spMk id="3" creationId="{AF66E2D3-C74C-7B2D-7098-F488EA23CE87}"/>
          </ac:spMkLst>
        </pc:spChg>
        <pc:graphicFrameChg chg="add mod modGraphic">
          <ac:chgData name="Brigida Reyes" userId="fa9ded72177516ae" providerId="LiveId" clId="{F697C409-150F-4EA1-99A5-AF676A2956D1}" dt="2026-09-13T11:18:24.212" v="536" actId="255"/>
          <ac:graphicFrameMkLst>
            <pc:docMk/>
            <pc:sldMk cId="767718876" sldId="323"/>
            <ac:graphicFrameMk id="5" creationId="{C7590B73-30EE-F8A3-1BF5-E1A1503687F4}"/>
          </ac:graphicFrameMkLst>
        </pc:graphicFrameChg>
      </pc:sldChg>
      <pc:sldChg chg="delSp modSp add del mod setBg delDesignElem">
        <pc:chgData name="Brigida Reyes" userId="fa9ded72177516ae" providerId="LiveId" clId="{F697C409-150F-4EA1-99A5-AF676A2956D1}" dt="2026-09-13T11:17:49.018" v="532" actId="2696"/>
        <pc:sldMkLst>
          <pc:docMk/>
          <pc:sldMk cId="1066004501" sldId="324"/>
        </pc:sldMkLst>
        <pc:spChg chg="del">
          <ac:chgData name="Brigida Reyes" userId="fa9ded72177516ae" providerId="LiveId" clId="{F697C409-150F-4EA1-99A5-AF676A2956D1}" dt="2026-09-13T11:16:31.068" v="521"/>
          <ac:spMkLst>
            <pc:docMk/>
            <pc:sldMk cId="1066004501" sldId="324"/>
            <ac:spMk id="7" creationId="{CEFC0035-BCCE-D0DE-80A5-F51CAABB2A62}"/>
          </ac:spMkLst>
        </pc:spChg>
        <pc:spChg chg="del">
          <ac:chgData name="Brigida Reyes" userId="fa9ded72177516ae" providerId="LiveId" clId="{F697C409-150F-4EA1-99A5-AF676A2956D1}" dt="2026-09-13T11:16:31.068" v="521"/>
          <ac:spMkLst>
            <pc:docMk/>
            <pc:sldMk cId="1066004501" sldId="324"/>
            <ac:spMk id="9" creationId="{F2C43C99-2F71-06D1-2DEE-C189DDEC520F}"/>
          </ac:spMkLst>
        </pc:spChg>
        <pc:picChg chg="mod modCrop">
          <ac:chgData name="Brigida Reyes" userId="fa9ded72177516ae" providerId="LiveId" clId="{F697C409-150F-4EA1-99A5-AF676A2956D1}" dt="2026-09-13T11:17:16.672" v="529" actId="732"/>
          <ac:picMkLst>
            <pc:docMk/>
            <pc:sldMk cId="1066004501" sldId="324"/>
            <ac:picMk id="2" creationId="{D47934D1-2339-2C94-75F5-69A431426F12}"/>
          </ac:picMkLst>
        </pc:picChg>
      </pc:sldChg>
      <pc:sldChg chg="addSp delSp modSp new mod">
        <pc:chgData name="Brigida Reyes" userId="fa9ded72177516ae" providerId="LiveId" clId="{F697C409-150F-4EA1-99A5-AF676A2956D1}" dt="2026-09-13T11:24:05.669" v="580" actId="20577"/>
        <pc:sldMkLst>
          <pc:docMk/>
          <pc:sldMk cId="3573568310" sldId="324"/>
        </pc:sldMkLst>
        <pc:spChg chg="mod">
          <ac:chgData name="Brigida Reyes" userId="fa9ded72177516ae" providerId="LiveId" clId="{F697C409-150F-4EA1-99A5-AF676A2956D1}" dt="2026-09-13T11:19:43.746" v="538"/>
          <ac:spMkLst>
            <pc:docMk/>
            <pc:sldMk cId="3573568310" sldId="324"/>
            <ac:spMk id="2" creationId="{FC6F24CC-77BA-CF5F-F93C-85B55E6A7C70}"/>
          </ac:spMkLst>
        </pc:spChg>
        <pc:spChg chg="del">
          <ac:chgData name="Brigida Reyes" userId="fa9ded72177516ae" providerId="LiveId" clId="{F697C409-150F-4EA1-99A5-AF676A2956D1}" dt="2026-09-13T11:19:46.933" v="539" actId="478"/>
          <ac:spMkLst>
            <pc:docMk/>
            <pc:sldMk cId="3573568310" sldId="324"/>
            <ac:spMk id="3" creationId="{C93E2E95-0CDF-9725-293C-2955F4FD8873}"/>
          </ac:spMkLst>
        </pc:spChg>
        <pc:graphicFrameChg chg="add mod modGraphic">
          <ac:chgData name="Brigida Reyes" userId="fa9ded72177516ae" providerId="LiveId" clId="{F697C409-150F-4EA1-99A5-AF676A2956D1}" dt="2026-09-13T11:24:05.669" v="580" actId="20577"/>
          <ac:graphicFrameMkLst>
            <pc:docMk/>
            <pc:sldMk cId="3573568310" sldId="324"/>
            <ac:graphicFrameMk id="5" creationId="{2A5301F6-7D61-2476-4FAE-D1F78518FDDB}"/>
          </ac:graphicFrameMkLst>
        </pc:graphicFrameChg>
      </pc:sldChg>
      <pc:sldChg chg="addSp modSp new del mod setBg setClrOvrMap">
        <pc:chgData name="Brigida Reyes" userId="fa9ded72177516ae" providerId="LiveId" clId="{F697C409-150F-4EA1-99A5-AF676A2956D1}" dt="2026-09-13T11:13:50.826" v="518" actId="2696"/>
        <pc:sldMkLst>
          <pc:docMk/>
          <pc:sldMk cId="3860680353" sldId="324"/>
        </pc:sldMkLst>
        <pc:spChg chg="add">
          <ac:chgData name="Brigida Reyes" userId="fa9ded72177516ae" providerId="LiveId" clId="{F697C409-150F-4EA1-99A5-AF676A2956D1}" dt="2026-09-13T11:12:36.747" v="508" actId="26606"/>
          <ac:spMkLst>
            <pc:docMk/>
            <pc:sldMk cId="3860680353" sldId="324"/>
            <ac:spMk id="7" creationId="{20C97E5C-C165-417B-BBDE-6701E226BE3D}"/>
          </ac:spMkLst>
        </pc:spChg>
        <pc:spChg chg="add">
          <ac:chgData name="Brigida Reyes" userId="fa9ded72177516ae" providerId="LiveId" clId="{F697C409-150F-4EA1-99A5-AF676A2956D1}" dt="2026-09-13T11:12:36.747" v="508" actId="26606"/>
          <ac:spMkLst>
            <pc:docMk/>
            <pc:sldMk cId="3860680353" sldId="324"/>
            <ac:spMk id="9" creationId="{95D0E1C6-221C-4835-B0D4-24184F6B6E21}"/>
          </ac:spMkLst>
        </pc:spChg>
        <pc:spChg chg="add">
          <ac:chgData name="Brigida Reyes" userId="fa9ded72177516ae" providerId="LiveId" clId="{F697C409-150F-4EA1-99A5-AF676A2956D1}" dt="2026-09-13T11:12:36.747" v="508" actId="26606"/>
          <ac:spMkLst>
            <pc:docMk/>
            <pc:sldMk cId="3860680353" sldId="324"/>
            <ac:spMk id="11" creationId="{A98F2782-0AD1-4AB6-BBB8-3BA1BB416CE2}"/>
          </ac:spMkLst>
        </pc:spChg>
        <pc:graphicFrameChg chg="add mod">
          <ac:chgData name="Brigida Reyes" userId="fa9ded72177516ae" providerId="LiveId" clId="{F697C409-150F-4EA1-99A5-AF676A2956D1}" dt="2026-09-13T11:12:36.747" v="508" actId="26606"/>
          <ac:graphicFrameMkLst>
            <pc:docMk/>
            <pc:sldMk cId="3860680353" sldId="324"/>
            <ac:graphicFrameMk id="2" creationId="{DEA80D61-B29B-9F1C-8C4D-47CFE2C5F996}"/>
          </ac:graphicFrameMkLst>
        </pc:graphicFrameChg>
      </pc:sldChg>
      <pc:sldChg chg="addSp delSp modSp new del mod setBg">
        <pc:chgData name="Brigida Reyes" userId="fa9ded72177516ae" providerId="LiveId" clId="{F697C409-150F-4EA1-99A5-AF676A2956D1}" dt="2026-09-13T11:24:17.325" v="582" actId="2696"/>
        <pc:sldMkLst>
          <pc:docMk/>
          <pc:sldMk cId="88056168" sldId="325"/>
        </pc:sldMkLst>
        <pc:spChg chg="add del">
          <ac:chgData name="Brigida Reyes" userId="fa9ded72177516ae" providerId="LiveId" clId="{F697C409-150F-4EA1-99A5-AF676A2956D1}" dt="2026-09-13T11:20:52.565" v="543" actId="26606"/>
          <ac:spMkLst>
            <pc:docMk/>
            <pc:sldMk cId="88056168" sldId="325"/>
            <ac:spMk id="7" creationId="{1259A422-0023-4292-8200-E080556F30F9}"/>
          </ac:spMkLst>
        </pc:spChg>
        <pc:spChg chg="add del">
          <ac:chgData name="Brigida Reyes" userId="fa9ded72177516ae" providerId="LiveId" clId="{F697C409-150F-4EA1-99A5-AF676A2956D1}" dt="2026-09-13T11:20:52.565" v="543" actId="26606"/>
          <ac:spMkLst>
            <pc:docMk/>
            <pc:sldMk cId="88056168" sldId="325"/>
            <ac:spMk id="9" creationId="{A2413CA5-4739-4BC9-8BB3-B0A4928D314F}"/>
          </ac:spMkLst>
        </pc:spChg>
        <pc:spChg chg="add del">
          <ac:chgData name="Brigida Reyes" userId="fa9ded72177516ae" providerId="LiveId" clId="{F697C409-150F-4EA1-99A5-AF676A2956D1}" dt="2026-09-13T11:20:54.898" v="545" actId="26606"/>
          <ac:spMkLst>
            <pc:docMk/>
            <pc:sldMk cId="88056168" sldId="325"/>
            <ac:spMk id="11" creationId="{B87215C3-3B83-4BE7-9213-26E084BD6158}"/>
          </ac:spMkLst>
        </pc:spChg>
        <pc:spChg chg="add del">
          <ac:chgData name="Brigida Reyes" userId="fa9ded72177516ae" providerId="LiveId" clId="{F697C409-150F-4EA1-99A5-AF676A2956D1}" dt="2026-09-13T11:20:54.898" v="545" actId="26606"/>
          <ac:spMkLst>
            <pc:docMk/>
            <pc:sldMk cId="88056168" sldId="325"/>
            <ac:spMk id="12" creationId="{8C266B9D-DC87-430A-8D3A-2E83639A1768}"/>
          </ac:spMkLst>
        </pc:spChg>
        <pc:spChg chg="add del">
          <ac:chgData name="Brigida Reyes" userId="fa9ded72177516ae" providerId="LiveId" clId="{F697C409-150F-4EA1-99A5-AF676A2956D1}" dt="2026-09-13T11:20:54.898" v="545" actId="26606"/>
          <ac:spMkLst>
            <pc:docMk/>
            <pc:sldMk cId="88056168" sldId="325"/>
            <ac:spMk id="13" creationId="{13A105D4-2907-419E-8223-4C266BA1E5FB}"/>
          </ac:spMkLst>
        </pc:spChg>
        <pc:spChg chg="add del">
          <ac:chgData name="Brigida Reyes" userId="fa9ded72177516ae" providerId="LiveId" clId="{F697C409-150F-4EA1-99A5-AF676A2956D1}" dt="2026-09-13T11:20:54.898" v="545" actId="26606"/>
          <ac:spMkLst>
            <pc:docMk/>
            <pc:sldMk cId="88056168" sldId="325"/>
            <ac:spMk id="14" creationId="{69282F36-261B-49B3-8CA9-FB857C475A0E}"/>
          </ac:spMkLst>
        </pc:spChg>
        <pc:spChg chg="add del">
          <ac:chgData name="Brigida Reyes" userId="fa9ded72177516ae" providerId="LiveId" clId="{F697C409-150F-4EA1-99A5-AF676A2956D1}" dt="2026-09-13T11:20:54.898" v="545" actId="26606"/>
          <ac:spMkLst>
            <pc:docMk/>
            <pc:sldMk cId="88056168" sldId="325"/>
            <ac:spMk id="15" creationId="{1EEE7F17-8E08-4C69-8E22-661908E6DF72}"/>
          </ac:spMkLst>
        </pc:spChg>
        <pc:spChg chg="add del">
          <ac:chgData name="Brigida Reyes" userId="fa9ded72177516ae" providerId="LiveId" clId="{F697C409-150F-4EA1-99A5-AF676A2956D1}" dt="2026-09-13T11:20:57.447" v="547" actId="26606"/>
          <ac:spMkLst>
            <pc:docMk/>
            <pc:sldMk cId="88056168" sldId="325"/>
            <ac:spMk id="17" creationId="{587D26DA-9773-4A0E-B213-DDF20A1F1F27}"/>
          </ac:spMkLst>
        </pc:spChg>
        <pc:spChg chg="add del">
          <ac:chgData name="Brigida Reyes" userId="fa9ded72177516ae" providerId="LiveId" clId="{F697C409-150F-4EA1-99A5-AF676A2956D1}" dt="2026-09-13T11:22:29.209" v="558" actId="26606"/>
          <ac:spMkLst>
            <pc:docMk/>
            <pc:sldMk cId="88056168" sldId="325"/>
            <ac:spMk id="19" creationId="{1259A422-0023-4292-8200-E080556F30F9}"/>
          </ac:spMkLst>
        </pc:spChg>
        <pc:spChg chg="add del">
          <ac:chgData name="Brigida Reyes" userId="fa9ded72177516ae" providerId="LiveId" clId="{F697C409-150F-4EA1-99A5-AF676A2956D1}" dt="2026-09-13T11:22:29.209" v="558" actId="26606"/>
          <ac:spMkLst>
            <pc:docMk/>
            <pc:sldMk cId="88056168" sldId="325"/>
            <ac:spMk id="20" creationId="{A2413CA5-4739-4BC9-8BB3-B0A4928D314F}"/>
          </ac:spMkLst>
        </pc:spChg>
        <pc:spChg chg="add">
          <ac:chgData name="Brigida Reyes" userId="fa9ded72177516ae" providerId="LiveId" clId="{F697C409-150F-4EA1-99A5-AF676A2956D1}" dt="2026-09-13T11:22:29.209" v="558" actId="26606"/>
          <ac:spMkLst>
            <pc:docMk/>
            <pc:sldMk cId="88056168" sldId="325"/>
            <ac:spMk id="25" creationId="{1259A422-0023-4292-8200-E080556F30F9}"/>
          </ac:spMkLst>
        </pc:spChg>
        <pc:spChg chg="add">
          <ac:chgData name="Brigida Reyes" userId="fa9ded72177516ae" providerId="LiveId" clId="{F697C409-150F-4EA1-99A5-AF676A2956D1}" dt="2026-09-13T11:22:29.209" v="558" actId="26606"/>
          <ac:spMkLst>
            <pc:docMk/>
            <pc:sldMk cId="88056168" sldId="325"/>
            <ac:spMk id="27" creationId="{A2413CA5-4739-4BC9-8BB3-B0A4928D314F}"/>
          </ac:spMkLst>
        </pc:spChg>
        <pc:graphicFrameChg chg="add del mod modGraphic">
          <ac:chgData name="Brigida Reyes" userId="fa9ded72177516ae" providerId="LiveId" clId="{F697C409-150F-4EA1-99A5-AF676A2956D1}" dt="2026-09-13T11:22:24.335" v="556" actId="478"/>
          <ac:graphicFrameMkLst>
            <pc:docMk/>
            <pc:sldMk cId="88056168" sldId="325"/>
            <ac:graphicFrameMk id="2" creationId="{60FDB695-1457-8F3D-5911-99AF9FB69CCC}"/>
          </ac:graphicFrameMkLst>
        </pc:graphicFrameChg>
        <pc:graphicFrameChg chg="add mod modGraphic">
          <ac:chgData name="Brigida Reyes" userId="fa9ded72177516ae" providerId="LiveId" clId="{F697C409-150F-4EA1-99A5-AF676A2956D1}" dt="2026-09-13T11:22:39.391" v="562" actId="14100"/>
          <ac:graphicFrameMkLst>
            <pc:docMk/>
            <pc:sldMk cId="88056168" sldId="325"/>
            <ac:graphicFrameMk id="3" creationId="{0690F790-D667-964C-592F-AA5F187176D2}"/>
          </ac:graphicFrameMkLst>
        </pc:graphicFrameChg>
      </pc:sldChg>
      <pc:sldChg chg="addSp delSp modSp add mod">
        <pc:chgData name="Brigida Reyes" userId="fa9ded72177516ae" providerId="LiveId" clId="{F697C409-150F-4EA1-99A5-AF676A2956D1}" dt="2026-09-13T11:24:10.117" v="581" actId="404"/>
        <pc:sldMkLst>
          <pc:docMk/>
          <pc:sldMk cId="1927807940" sldId="326"/>
        </pc:sldMkLst>
        <pc:graphicFrameChg chg="add mod modGraphic">
          <ac:chgData name="Brigida Reyes" userId="fa9ded72177516ae" providerId="LiveId" clId="{F697C409-150F-4EA1-99A5-AF676A2956D1}" dt="2026-09-13T11:24:10.117" v="581" actId="404"/>
          <ac:graphicFrameMkLst>
            <pc:docMk/>
            <pc:sldMk cId="1927807940" sldId="326"/>
            <ac:graphicFrameMk id="3" creationId="{7142092D-8DBF-95A0-9D44-5DE1B9E2364E}"/>
          </ac:graphicFrameMkLst>
        </pc:graphicFrameChg>
        <pc:graphicFrameChg chg="del">
          <ac:chgData name="Brigida Reyes" userId="fa9ded72177516ae" providerId="LiveId" clId="{F697C409-150F-4EA1-99A5-AF676A2956D1}" dt="2026-09-13T11:22:47.792" v="563" actId="478"/>
          <ac:graphicFrameMkLst>
            <pc:docMk/>
            <pc:sldMk cId="1927807940" sldId="326"/>
            <ac:graphicFrameMk id="5" creationId="{1011847D-AA77-AA1F-E452-1D5A8429A2D1}"/>
          </ac:graphicFrameMkLst>
        </pc:graphicFrameChg>
      </pc:sldChg>
      <pc:sldChg chg="modSp new mod">
        <pc:chgData name="Brigida Reyes" userId="fa9ded72177516ae" providerId="LiveId" clId="{F697C409-150F-4EA1-99A5-AF676A2956D1}" dt="2026-09-13T11:31:33.994" v="635" actId="403"/>
        <pc:sldMkLst>
          <pc:docMk/>
          <pc:sldMk cId="4280316993" sldId="327"/>
        </pc:sldMkLst>
        <pc:spChg chg="mod">
          <ac:chgData name="Brigida Reyes" userId="fa9ded72177516ae" providerId="LiveId" clId="{F697C409-150F-4EA1-99A5-AF676A2956D1}" dt="2026-09-13T11:25:01.048" v="584"/>
          <ac:spMkLst>
            <pc:docMk/>
            <pc:sldMk cId="4280316993" sldId="327"/>
            <ac:spMk id="2" creationId="{DD49CBF8-AB7F-1D89-D33A-EA7DDDE51392}"/>
          </ac:spMkLst>
        </pc:spChg>
        <pc:spChg chg="mod">
          <ac:chgData name="Brigida Reyes" userId="fa9ded72177516ae" providerId="LiveId" clId="{F697C409-150F-4EA1-99A5-AF676A2956D1}" dt="2026-09-13T11:31:33.994" v="635" actId="403"/>
          <ac:spMkLst>
            <pc:docMk/>
            <pc:sldMk cId="4280316993" sldId="327"/>
            <ac:spMk id="3" creationId="{58C961E0-12BB-D469-CE02-6C31BCC4B4B1}"/>
          </ac:spMkLst>
        </pc:spChg>
      </pc:sldChg>
      <pc:sldChg chg="addSp delSp modSp new del mod setBg setClrOvrMap">
        <pc:chgData name="Brigida Reyes" userId="fa9ded72177516ae" providerId="LiveId" clId="{F697C409-150F-4EA1-99A5-AF676A2956D1}" dt="2026-09-13T11:31:03.432" v="629" actId="2696"/>
        <pc:sldMkLst>
          <pc:docMk/>
          <pc:sldMk cId="233251696" sldId="328"/>
        </pc:sldMkLst>
        <pc:spChg chg="mod">
          <ac:chgData name="Brigida Reyes" userId="fa9ded72177516ae" providerId="LiveId" clId="{F697C409-150F-4EA1-99A5-AF676A2956D1}" dt="2026-09-13T11:29:12.012" v="599" actId="26606"/>
          <ac:spMkLst>
            <pc:docMk/>
            <pc:sldMk cId="233251696" sldId="328"/>
            <ac:spMk id="2" creationId="{DE0FAB22-51DB-BB81-95BD-E6D0793C79E9}"/>
          </ac:spMkLst>
        </pc:spChg>
        <pc:spChg chg="del">
          <ac:chgData name="Brigida Reyes" userId="fa9ded72177516ae" providerId="LiveId" clId="{F697C409-150F-4EA1-99A5-AF676A2956D1}" dt="2026-09-13T11:29:00.983" v="598"/>
          <ac:spMkLst>
            <pc:docMk/>
            <pc:sldMk cId="233251696" sldId="328"/>
            <ac:spMk id="3" creationId="{57435302-3065-3DF0-89CF-B737D4D6ABDE}"/>
          </ac:spMkLst>
        </pc:spChg>
        <pc:spChg chg="add">
          <ac:chgData name="Brigida Reyes" userId="fa9ded72177516ae" providerId="LiveId" clId="{F697C409-150F-4EA1-99A5-AF676A2956D1}" dt="2026-09-13T11:29:12.012" v="599" actId="26606"/>
          <ac:spMkLst>
            <pc:docMk/>
            <pc:sldMk cId="233251696" sldId="328"/>
            <ac:spMk id="9" creationId="{4FAAED16-E2D0-39F2-0293-569CB4C46228}"/>
          </ac:spMkLst>
        </pc:spChg>
        <pc:spChg chg="add">
          <ac:chgData name="Brigida Reyes" userId="fa9ded72177516ae" providerId="LiveId" clId="{F697C409-150F-4EA1-99A5-AF676A2956D1}" dt="2026-09-13T11:29:12.012" v="599" actId="26606"/>
          <ac:spMkLst>
            <pc:docMk/>
            <pc:sldMk cId="233251696" sldId="328"/>
            <ac:spMk id="12" creationId="{636F6DB7-CF8D-494A-82F6-13B58DCA9896}"/>
          </ac:spMkLst>
        </pc:spChg>
        <pc:spChg chg="add">
          <ac:chgData name="Brigida Reyes" userId="fa9ded72177516ae" providerId="LiveId" clId="{F697C409-150F-4EA1-99A5-AF676A2956D1}" dt="2026-09-13T11:29:12.012" v="599" actId="26606"/>
          <ac:spMkLst>
            <pc:docMk/>
            <pc:sldMk cId="233251696" sldId="328"/>
            <ac:spMk id="14" creationId="{0B7E5194-6E82-4A44-99C3-FE7D87F34134}"/>
          </ac:spMkLst>
        </pc:spChg>
        <pc:grpChg chg="add">
          <ac:chgData name="Brigida Reyes" userId="fa9ded72177516ae" providerId="LiveId" clId="{F697C409-150F-4EA1-99A5-AF676A2956D1}" dt="2026-09-13T11:29:12.012" v="599" actId="26606"/>
          <ac:grpSpMkLst>
            <pc:docMk/>
            <pc:sldMk cId="233251696" sldId="328"/>
            <ac:grpSpMk id="16" creationId="{49FCC1E1-84D3-494D-A0A0-286AFA1C3018}"/>
          </ac:grpSpMkLst>
        </pc:grpChg>
        <pc:graphicFrameChg chg="add del mod">
          <ac:chgData name="Brigida Reyes" userId="fa9ded72177516ae" providerId="LiveId" clId="{F697C409-150F-4EA1-99A5-AF676A2956D1}" dt="2026-09-13T11:29:12.012" v="599" actId="26606"/>
          <ac:graphicFrameMkLst>
            <pc:docMk/>
            <pc:sldMk cId="233251696" sldId="328"/>
            <ac:graphicFrameMk id="4" creationId="{E6809AB9-63B0-DC95-C223-EC305A13890C}"/>
          </ac:graphicFrameMkLst>
        </pc:graphicFrameChg>
        <pc:graphicFrameChg chg="add">
          <ac:chgData name="Brigida Reyes" userId="fa9ded72177516ae" providerId="LiveId" clId="{F697C409-150F-4EA1-99A5-AF676A2956D1}" dt="2026-09-13T11:29:12.012" v="599" actId="26606"/>
          <ac:graphicFrameMkLst>
            <pc:docMk/>
            <pc:sldMk cId="233251696" sldId="328"/>
            <ac:graphicFrameMk id="7" creationId="{E6809AB9-63B0-DC95-C223-EC305A13890C}"/>
          </ac:graphicFrameMkLst>
        </pc:graphicFrameChg>
      </pc:sldChg>
      <pc:sldChg chg="addSp modSp new mod">
        <pc:chgData name="Brigida Reyes" userId="fa9ded72177516ae" providerId="LiveId" clId="{F697C409-150F-4EA1-99A5-AF676A2956D1}" dt="2026-09-13T11:30:48.067" v="628" actId="27636"/>
        <pc:sldMkLst>
          <pc:docMk/>
          <pc:sldMk cId="1483881968" sldId="329"/>
        </pc:sldMkLst>
        <pc:spChg chg="mod">
          <ac:chgData name="Brigida Reyes" userId="fa9ded72177516ae" providerId="LiveId" clId="{F697C409-150F-4EA1-99A5-AF676A2956D1}" dt="2026-09-13T11:29:33.132" v="603"/>
          <ac:spMkLst>
            <pc:docMk/>
            <pc:sldMk cId="1483881968" sldId="329"/>
            <ac:spMk id="2" creationId="{B5FC98D9-FD2A-502D-FBFE-9B2A2B6DC5D7}"/>
          </ac:spMkLst>
        </pc:spChg>
        <pc:spChg chg="mod">
          <ac:chgData name="Brigida Reyes" userId="fa9ded72177516ae" providerId="LiveId" clId="{F697C409-150F-4EA1-99A5-AF676A2956D1}" dt="2026-09-13T11:30:48.067" v="628" actId="27636"/>
          <ac:spMkLst>
            <pc:docMk/>
            <pc:sldMk cId="1483881968" sldId="329"/>
            <ac:spMk id="3" creationId="{A209C497-8F2C-91E5-461D-96ECFE58CEF1}"/>
          </ac:spMkLst>
        </pc:spChg>
        <pc:spChg chg="add mod">
          <ac:chgData name="Brigida Reyes" userId="fa9ded72177516ae" providerId="LiveId" clId="{F697C409-150F-4EA1-99A5-AF676A2956D1}" dt="2026-09-13T11:30:40.189" v="625" actId="27636"/>
          <ac:spMkLst>
            <pc:docMk/>
            <pc:sldMk cId="1483881968" sldId="329"/>
            <ac:spMk id="4" creationId="{D9E48256-B222-0736-6E99-DBD8C8F15AA9}"/>
          </ac:spMkLst>
        </pc:spChg>
      </pc:sldChg>
      <pc:sldChg chg="addSp modSp new mod setBg">
        <pc:chgData name="Brigida Reyes" userId="fa9ded72177516ae" providerId="LiveId" clId="{F697C409-150F-4EA1-99A5-AF676A2956D1}" dt="2026-09-13T11:40:14.207" v="655" actId="26606"/>
        <pc:sldMkLst>
          <pc:docMk/>
          <pc:sldMk cId="395767220" sldId="330"/>
        </pc:sldMkLst>
        <pc:spChg chg="add">
          <ac:chgData name="Brigida Reyes" userId="fa9ded72177516ae" providerId="LiveId" clId="{F697C409-150F-4EA1-99A5-AF676A2956D1}" dt="2026-09-13T11:40:14.207" v="655" actId="26606"/>
          <ac:spMkLst>
            <pc:docMk/>
            <pc:sldMk cId="395767220" sldId="330"/>
            <ac:spMk id="7" creationId="{1259A422-0023-4292-8200-E080556F30F9}"/>
          </ac:spMkLst>
        </pc:spChg>
        <pc:spChg chg="add">
          <ac:chgData name="Brigida Reyes" userId="fa9ded72177516ae" providerId="LiveId" clId="{F697C409-150F-4EA1-99A5-AF676A2956D1}" dt="2026-09-13T11:40:14.207" v="655" actId="26606"/>
          <ac:spMkLst>
            <pc:docMk/>
            <pc:sldMk cId="395767220" sldId="330"/>
            <ac:spMk id="9" creationId="{A2413CA5-4739-4BC9-8BB3-B0A4928D314F}"/>
          </ac:spMkLst>
        </pc:spChg>
        <pc:picChg chg="add mod">
          <ac:chgData name="Brigida Reyes" userId="fa9ded72177516ae" providerId="LiveId" clId="{F697C409-150F-4EA1-99A5-AF676A2956D1}" dt="2026-09-13T11:40:09.408" v="654"/>
          <ac:picMkLst>
            <pc:docMk/>
            <pc:sldMk cId="395767220" sldId="330"/>
            <ac:picMk id="2" creationId="{A6156493-FB14-E37C-1493-C29CDCE9AE2B}"/>
          </ac:picMkLst>
        </pc:picChg>
      </pc:sldChg>
      <pc:sldChg chg="modSp add mod setBg">
        <pc:chgData name="Brigida Reyes" userId="fa9ded72177516ae" providerId="LiveId" clId="{F697C409-150F-4EA1-99A5-AF676A2956D1}" dt="2026-09-13T11:43:13.330" v="667" actId="207"/>
        <pc:sldMkLst>
          <pc:docMk/>
          <pc:sldMk cId="0" sldId="331"/>
        </pc:sldMkLst>
        <pc:spChg chg="mod">
          <ac:chgData name="Brigida Reyes" userId="fa9ded72177516ae" providerId="LiveId" clId="{F697C409-150F-4EA1-99A5-AF676A2956D1}" dt="2026-09-13T11:43:13.330" v="667" actId="207"/>
          <ac:spMkLst>
            <pc:docMk/>
            <pc:sldMk cId="0" sldId="331"/>
            <ac:spMk id="2"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18">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7241876B-698A-4FF9-9E3E-A339537DF6EE}" type="doc">
      <dgm:prSet loTypeId="urn:microsoft.com/office/officeart/2005/8/layout/list1#1" loCatId="list" qsTypeId="urn:microsoft.com/office/officeart/2005/8/quickstyle/simple1#24" qsCatId="simple" csTypeId="urn:microsoft.com/office/officeart/2005/8/colors/accent1_2#18" csCatId="accent1" phldr="1"/>
      <dgm:spPr/>
      <dgm:t>
        <a:bodyPr/>
        <a:lstStyle/>
        <a:p>
          <a:endParaRPr lang="en-US"/>
        </a:p>
      </dgm:t>
    </dgm:pt>
    <dgm:pt modelId="{F018BFC8-11D9-4867-AB70-C003324D46E0}">
      <dgm:prSet/>
      <dgm:spPr/>
      <dgm:t>
        <a:bodyPr/>
        <a:lstStyle/>
        <a:p>
          <a:pPr>
            <a:lnSpc>
              <a:spcPct val="100000"/>
            </a:lnSpc>
          </a:pPr>
          <a:r>
            <a:rPr lang="en-US" b="1" dirty="0"/>
            <a:t>97.5% </a:t>
          </a:r>
          <a:r>
            <a:rPr lang="en-US" dirty="0"/>
            <a:t>saltwater (oceans) </a:t>
          </a:r>
        </a:p>
      </dgm:t>
    </dgm:pt>
    <dgm:pt modelId="{B356B22F-7B6D-41E6-B769-E9ECE0678776}" type="parTrans" cxnId="{E7ECF334-0215-4A27-A387-4E1FEEF4F8D7}">
      <dgm:prSet/>
      <dgm:spPr/>
      <dgm:t>
        <a:bodyPr/>
        <a:lstStyle/>
        <a:p>
          <a:endParaRPr lang="en-US"/>
        </a:p>
      </dgm:t>
    </dgm:pt>
    <dgm:pt modelId="{E1DAEC26-755B-4711-8641-66EADC130D64}" type="sibTrans" cxnId="{E7ECF334-0215-4A27-A387-4E1FEEF4F8D7}">
      <dgm:prSet/>
      <dgm:spPr/>
      <dgm:t>
        <a:bodyPr/>
        <a:lstStyle/>
        <a:p>
          <a:endParaRPr lang="en-US"/>
        </a:p>
      </dgm:t>
    </dgm:pt>
    <dgm:pt modelId="{48D8E3D1-09B6-48A0-BE9F-5CEE3F55F08E}">
      <dgm:prSet/>
      <dgm:spPr/>
      <dgm:t>
        <a:bodyPr/>
        <a:lstStyle/>
        <a:p>
          <a:pPr>
            <a:lnSpc>
              <a:spcPct val="100000"/>
            </a:lnSpc>
          </a:pPr>
          <a:r>
            <a:rPr lang="en-US" b="1" dirty="0"/>
            <a:t>2.5%</a:t>
          </a:r>
          <a:r>
            <a:rPr lang="en-US" dirty="0"/>
            <a:t> freshwater</a:t>
          </a:r>
        </a:p>
      </dgm:t>
    </dgm:pt>
    <dgm:pt modelId="{682D9D25-D80E-42F1-BBAD-0C0492B70763}" type="parTrans" cxnId="{B1734733-70C7-46A9-8451-B57EF20F54EC}">
      <dgm:prSet/>
      <dgm:spPr/>
      <dgm:t>
        <a:bodyPr/>
        <a:lstStyle/>
        <a:p>
          <a:endParaRPr lang="en-US"/>
        </a:p>
      </dgm:t>
    </dgm:pt>
    <dgm:pt modelId="{A7FA34D2-1180-47AB-A8C1-DB7A410309DF}" type="sibTrans" cxnId="{B1734733-70C7-46A9-8451-B57EF20F54EC}">
      <dgm:prSet/>
      <dgm:spPr/>
      <dgm:t>
        <a:bodyPr/>
        <a:lstStyle/>
        <a:p>
          <a:endParaRPr lang="en-US"/>
        </a:p>
      </dgm:t>
    </dgm:pt>
    <dgm:pt modelId="{CA5D9D97-2EEF-4173-9875-2EDC5BD67C8D}">
      <dgm:prSet/>
      <dgm:spPr/>
      <dgm:t>
        <a:bodyPr/>
        <a:lstStyle/>
        <a:p>
          <a:pPr>
            <a:lnSpc>
              <a:spcPct val="100000"/>
            </a:lnSpc>
          </a:pPr>
          <a:r>
            <a:rPr lang="en-US" dirty="0"/>
            <a:t>~69% glaciers</a:t>
          </a:r>
        </a:p>
      </dgm:t>
    </dgm:pt>
    <dgm:pt modelId="{1A44A7B6-5EC2-45C1-A56B-89E12CEE6021}" type="parTrans" cxnId="{D1D40EFE-ADE6-46AE-AFE8-DC8FA747B38C}">
      <dgm:prSet/>
      <dgm:spPr/>
      <dgm:t>
        <a:bodyPr/>
        <a:lstStyle/>
        <a:p>
          <a:endParaRPr lang="en-US"/>
        </a:p>
      </dgm:t>
    </dgm:pt>
    <dgm:pt modelId="{15B56E64-8DCF-4743-A33F-2D1DCBC070F6}" type="sibTrans" cxnId="{D1D40EFE-ADE6-46AE-AFE8-DC8FA747B38C}">
      <dgm:prSet/>
      <dgm:spPr/>
      <dgm:t>
        <a:bodyPr/>
        <a:lstStyle/>
        <a:p>
          <a:endParaRPr lang="en-US"/>
        </a:p>
      </dgm:t>
    </dgm:pt>
    <dgm:pt modelId="{E6578837-6C76-47DF-AB74-BC8E852F3F18}">
      <dgm:prSet/>
      <dgm:spPr/>
      <dgm:t>
        <a:bodyPr/>
        <a:lstStyle/>
        <a:p>
          <a:pPr>
            <a:lnSpc>
              <a:spcPct val="100000"/>
            </a:lnSpc>
          </a:pPr>
          <a:r>
            <a:rPr lang="en-US"/>
            <a:t>~30% groundwater </a:t>
          </a:r>
        </a:p>
      </dgm:t>
    </dgm:pt>
    <dgm:pt modelId="{B49E0489-335A-41B6-A02F-32590032AA48}" type="parTrans" cxnId="{F3F9B656-3D4A-4AF1-B5BB-2437B2B54D9C}">
      <dgm:prSet/>
      <dgm:spPr/>
      <dgm:t>
        <a:bodyPr/>
        <a:lstStyle/>
        <a:p>
          <a:endParaRPr lang="en-US"/>
        </a:p>
      </dgm:t>
    </dgm:pt>
    <dgm:pt modelId="{772B9CEF-B9E1-4C5D-ACE7-2CBB63F24390}" type="sibTrans" cxnId="{F3F9B656-3D4A-4AF1-B5BB-2437B2B54D9C}">
      <dgm:prSet/>
      <dgm:spPr/>
      <dgm:t>
        <a:bodyPr/>
        <a:lstStyle/>
        <a:p>
          <a:endParaRPr lang="en-US"/>
        </a:p>
      </dgm:t>
    </dgm:pt>
    <dgm:pt modelId="{1289C5AA-8F01-4DEA-BBC2-7C068EE4A7D8}">
      <dgm:prSet/>
      <dgm:spPr/>
      <dgm:t>
        <a:bodyPr/>
        <a:lstStyle/>
        <a:p>
          <a:pPr>
            <a:lnSpc>
              <a:spcPct val="100000"/>
            </a:lnSpc>
          </a:pPr>
          <a:r>
            <a:rPr lang="en-US" dirty="0"/>
            <a:t>~1% surface water</a:t>
          </a:r>
        </a:p>
      </dgm:t>
    </dgm:pt>
    <dgm:pt modelId="{7FAE5FC2-3DD3-4DB0-81A5-FCF076EC9D23}" type="parTrans" cxnId="{D4D24E64-42F3-48C2-A8B6-46A569A6E019}">
      <dgm:prSet/>
      <dgm:spPr/>
      <dgm:t>
        <a:bodyPr/>
        <a:lstStyle/>
        <a:p>
          <a:endParaRPr lang="en-US"/>
        </a:p>
      </dgm:t>
    </dgm:pt>
    <dgm:pt modelId="{FB2C370C-CA90-441C-9EF8-C875EAD98A94}" type="sibTrans" cxnId="{D4D24E64-42F3-48C2-A8B6-46A569A6E019}">
      <dgm:prSet/>
      <dgm:spPr/>
      <dgm:t>
        <a:bodyPr/>
        <a:lstStyle/>
        <a:p>
          <a:endParaRPr lang="en-US"/>
        </a:p>
      </dgm:t>
    </dgm:pt>
    <dgm:pt modelId="{0F49961D-D0E6-4090-A22B-9D88133DA0C8}" type="pres">
      <dgm:prSet presAssocID="{7241876B-698A-4FF9-9E3E-A339537DF6EE}" presName="linear" presStyleCnt="0">
        <dgm:presLayoutVars>
          <dgm:dir/>
          <dgm:animLvl val="lvl"/>
          <dgm:resizeHandles val="exact"/>
        </dgm:presLayoutVars>
      </dgm:prSet>
      <dgm:spPr/>
    </dgm:pt>
    <dgm:pt modelId="{4E909B7B-57A6-4619-9B80-628B491C0435}" type="pres">
      <dgm:prSet presAssocID="{F018BFC8-11D9-4867-AB70-C003324D46E0}" presName="parentLin" presStyleCnt="0"/>
      <dgm:spPr/>
    </dgm:pt>
    <dgm:pt modelId="{7D7D622E-1DCA-4E88-8CE0-36B736360202}" type="pres">
      <dgm:prSet presAssocID="{F018BFC8-11D9-4867-AB70-C003324D46E0}" presName="parentLeftMargin" presStyleLbl="node1" presStyleIdx="0" presStyleCnt="2"/>
      <dgm:spPr/>
    </dgm:pt>
    <dgm:pt modelId="{DB1CC8A6-71FD-48F2-8A3D-F68C458F848B}" type="pres">
      <dgm:prSet presAssocID="{F018BFC8-11D9-4867-AB70-C003324D46E0}" presName="parentText" presStyleLbl="node1" presStyleIdx="0" presStyleCnt="2">
        <dgm:presLayoutVars>
          <dgm:chMax val="0"/>
          <dgm:bulletEnabled val="1"/>
        </dgm:presLayoutVars>
      </dgm:prSet>
      <dgm:spPr/>
    </dgm:pt>
    <dgm:pt modelId="{31522FAB-A95D-4476-9AA0-7EB638973B51}" type="pres">
      <dgm:prSet presAssocID="{F018BFC8-11D9-4867-AB70-C003324D46E0}" presName="negativeSpace" presStyleCnt="0"/>
      <dgm:spPr/>
    </dgm:pt>
    <dgm:pt modelId="{3354D6DF-90E3-4A74-925D-080D33C7C55D}" type="pres">
      <dgm:prSet presAssocID="{F018BFC8-11D9-4867-AB70-C003324D46E0}" presName="childText" presStyleLbl="conFgAcc1" presStyleIdx="0" presStyleCnt="2">
        <dgm:presLayoutVars>
          <dgm:bulletEnabled val="1"/>
        </dgm:presLayoutVars>
      </dgm:prSet>
      <dgm:spPr/>
    </dgm:pt>
    <dgm:pt modelId="{6E7A9008-068B-46F5-85B7-5F6C0B5237A8}" type="pres">
      <dgm:prSet presAssocID="{E1DAEC26-755B-4711-8641-66EADC130D64}" presName="spaceBetweenRectangles" presStyleCnt="0"/>
      <dgm:spPr/>
    </dgm:pt>
    <dgm:pt modelId="{0489914A-948F-4985-9862-339F98E8A8FD}" type="pres">
      <dgm:prSet presAssocID="{48D8E3D1-09B6-48A0-BE9F-5CEE3F55F08E}" presName="parentLin" presStyleCnt="0"/>
      <dgm:spPr/>
    </dgm:pt>
    <dgm:pt modelId="{741F0C72-21A2-4BE8-B21F-02E8D606E9AB}" type="pres">
      <dgm:prSet presAssocID="{48D8E3D1-09B6-48A0-BE9F-5CEE3F55F08E}" presName="parentLeftMargin" presStyleLbl="node1" presStyleIdx="0" presStyleCnt="2"/>
      <dgm:spPr/>
    </dgm:pt>
    <dgm:pt modelId="{0BB1A72C-6C66-4DBE-B262-9CE4353A950F}" type="pres">
      <dgm:prSet presAssocID="{48D8E3D1-09B6-48A0-BE9F-5CEE3F55F08E}" presName="parentText" presStyleLbl="node1" presStyleIdx="1" presStyleCnt="2">
        <dgm:presLayoutVars>
          <dgm:chMax val="0"/>
          <dgm:bulletEnabled val="1"/>
        </dgm:presLayoutVars>
      </dgm:prSet>
      <dgm:spPr/>
    </dgm:pt>
    <dgm:pt modelId="{E670633E-4A80-4233-BE75-CE184FE0FEC6}" type="pres">
      <dgm:prSet presAssocID="{48D8E3D1-09B6-48A0-BE9F-5CEE3F55F08E}" presName="negativeSpace" presStyleCnt="0"/>
      <dgm:spPr/>
    </dgm:pt>
    <dgm:pt modelId="{BB83BE09-22A2-439D-85E7-E247938795D7}" type="pres">
      <dgm:prSet presAssocID="{48D8E3D1-09B6-48A0-BE9F-5CEE3F55F08E}" presName="childText" presStyleLbl="conFgAcc1" presStyleIdx="1" presStyleCnt="2">
        <dgm:presLayoutVars>
          <dgm:bulletEnabled val="1"/>
        </dgm:presLayoutVars>
      </dgm:prSet>
      <dgm:spPr/>
    </dgm:pt>
  </dgm:ptLst>
  <dgm:cxnLst>
    <dgm:cxn modelId="{16855023-5A19-4F53-A0DF-D8AEC5BEA077}" type="presOf" srcId="{E6578837-6C76-47DF-AB74-BC8E852F3F18}" destId="{BB83BE09-22A2-439D-85E7-E247938795D7}" srcOrd="0" destOrd="1" presId="urn:microsoft.com/office/officeart/2005/8/layout/list1#1"/>
    <dgm:cxn modelId="{BDFCAA24-DD15-430B-9FA7-92FB87FC26C3}" type="presOf" srcId="{F018BFC8-11D9-4867-AB70-C003324D46E0}" destId="{DB1CC8A6-71FD-48F2-8A3D-F68C458F848B}" srcOrd="1" destOrd="0" presId="urn:microsoft.com/office/officeart/2005/8/layout/list1#1"/>
    <dgm:cxn modelId="{F8C2F529-BE49-4E02-8CCC-C73750DB6A79}" type="presOf" srcId="{CA5D9D97-2EEF-4173-9875-2EDC5BD67C8D}" destId="{BB83BE09-22A2-439D-85E7-E247938795D7}" srcOrd="0" destOrd="0" presId="urn:microsoft.com/office/officeart/2005/8/layout/list1#1"/>
    <dgm:cxn modelId="{B1734733-70C7-46A9-8451-B57EF20F54EC}" srcId="{7241876B-698A-4FF9-9E3E-A339537DF6EE}" destId="{48D8E3D1-09B6-48A0-BE9F-5CEE3F55F08E}" srcOrd="1" destOrd="0" parTransId="{682D9D25-D80E-42F1-BBAD-0C0492B70763}" sibTransId="{A7FA34D2-1180-47AB-A8C1-DB7A410309DF}"/>
    <dgm:cxn modelId="{82B87634-E40D-4A8B-8522-F559F9A08096}" type="presOf" srcId="{48D8E3D1-09B6-48A0-BE9F-5CEE3F55F08E}" destId="{0BB1A72C-6C66-4DBE-B262-9CE4353A950F}" srcOrd="1" destOrd="0" presId="urn:microsoft.com/office/officeart/2005/8/layout/list1#1"/>
    <dgm:cxn modelId="{E7ECF334-0215-4A27-A387-4E1FEEF4F8D7}" srcId="{7241876B-698A-4FF9-9E3E-A339537DF6EE}" destId="{F018BFC8-11D9-4867-AB70-C003324D46E0}" srcOrd="0" destOrd="0" parTransId="{B356B22F-7B6D-41E6-B769-E9ECE0678776}" sibTransId="{E1DAEC26-755B-4711-8641-66EADC130D64}"/>
    <dgm:cxn modelId="{D4D24E64-42F3-48C2-A8B6-46A569A6E019}" srcId="{48D8E3D1-09B6-48A0-BE9F-5CEE3F55F08E}" destId="{1289C5AA-8F01-4DEA-BBC2-7C068EE4A7D8}" srcOrd="2" destOrd="0" parTransId="{7FAE5FC2-3DD3-4DB0-81A5-FCF076EC9D23}" sibTransId="{FB2C370C-CA90-441C-9EF8-C875EAD98A94}"/>
    <dgm:cxn modelId="{63507F47-4084-4306-8E7B-9053380A8566}" type="presOf" srcId="{7241876B-698A-4FF9-9E3E-A339537DF6EE}" destId="{0F49961D-D0E6-4090-A22B-9D88133DA0C8}" srcOrd="0" destOrd="0" presId="urn:microsoft.com/office/officeart/2005/8/layout/list1#1"/>
    <dgm:cxn modelId="{33800F55-5524-4E0B-BB5A-801E361CD5DB}" type="presOf" srcId="{1289C5AA-8F01-4DEA-BBC2-7C068EE4A7D8}" destId="{BB83BE09-22A2-439D-85E7-E247938795D7}" srcOrd="0" destOrd="2" presId="urn:microsoft.com/office/officeart/2005/8/layout/list1#1"/>
    <dgm:cxn modelId="{F3F9B656-3D4A-4AF1-B5BB-2437B2B54D9C}" srcId="{48D8E3D1-09B6-48A0-BE9F-5CEE3F55F08E}" destId="{E6578837-6C76-47DF-AB74-BC8E852F3F18}" srcOrd="1" destOrd="0" parTransId="{B49E0489-335A-41B6-A02F-32590032AA48}" sibTransId="{772B9CEF-B9E1-4C5D-ACE7-2CBB63F24390}"/>
    <dgm:cxn modelId="{8BC0EB77-C194-411D-8BDF-DD7B11F3F10A}" type="presOf" srcId="{48D8E3D1-09B6-48A0-BE9F-5CEE3F55F08E}" destId="{741F0C72-21A2-4BE8-B21F-02E8D606E9AB}" srcOrd="0" destOrd="0" presId="urn:microsoft.com/office/officeart/2005/8/layout/list1#1"/>
    <dgm:cxn modelId="{E5AC29D9-032E-4794-8996-B8B32AB05A86}" type="presOf" srcId="{F018BFC8-11D9-4867-AB70-C003324D46E0}" destId="{7D7D622E-1DCA-4E88-8CE0-36B736360202}" srcOrd="0" destOrd="0" presId="urn:microsoft.com/office/officeart/2005/8/layout/list1#1"/>
    <dgm:cxn modelId="{D1D40EFE-ADE6-46AE-AFE8-DC8FA747B38C}" srcId="{48D8E3D1-09B6-48A0-BE9F-5CEE3F55F08E}" destId="{CA5D9D97-2EEF-4173-9875-2EDC5BD67C8D}" srcOrd="0" destOrd="0" parTransId="{1A44A7B6-5EC2-45C1-A56B-89E12CEE6021}" sibTransId="{15B56E64-8DCF-4743-A33F-2D1DCBC070F6}"/>
    <dgm:cxn modelId="{C6C2CE21-578B-441A-9295-9F76634DC3BF}" type="presParOf" srcId="{0F49961D-D0E6-4090-A22B-9D88133DA0C8}" destId="{4E909B7B-57A6-4619-9B80-628B491C0435}" srcOrd="0" destOrd="0" presId="urn:microsoft.com/office/officeart/2005/8/layout/list1#1"/>
    <dgm:cxn modelId="{77B71C09-97FB-4C9B-AFF0-2AAFD3E8FA2A}" type="presParOf" srcId="{4E909B7B-57A6-4619-9B80-628B491C0435}" destId="{7D7D622E-1DCA-4E88-8CE0-36B736360202}" srcOrd="0" destOrd="0" presId="urn:microsoft.com/office/officeart/2005/8/layout/list1#1"/>
    <dgm:cxn modelId="{3E7B3E82-119F-4BDE-8BD5-B94ADDE54064}" type="presParOf" srcId="{4E909B7B-57A6-4619-9B80-628B491C0435}" destId="{DB1CC8A6-71FD-48F2-8A3D-F68C458F848B}" srcOrd="1" destOrd="0" presId="urn:microsoft.com/office/officeart/2005/8/layout/list1#1"/>
    <dgm:cxn modelId="{1062CDFA-7622-4BE7-A83C-68DEBB3A3E10}" type="presParOf" srcId="{0F49961D-D0E6-4090-A22B-9D88133DA0C8}" destId="{31522FAB-A95D-4476-9AA0-7EB638973B51}" srcOrd="1" destOrd="0" presId="urn:microsoft.com/office/officeart/2005/8/layout/list1#1"/>
    <dgm:cxn modelId="{134710E4-5E17-421F-990A-955A32E88618}" type="presParOf" srcId="{0F49961D-D0E6-4090-A22B-9D88133DA0C8}" destId="{3354D6DF-90E3-4A74-925D-080D33C7C55D}" srcOrd="2" destOrd="0" presId="urn:microsoft.com/office/officeart/2005/8/layout/list1#1"/>
    <dgm:cxn modelId="{6AA13041-6666-4C05-A5A7-E977AB76FE47}" type="presParOf" srcId="{0F49961D-D0E6-4090-A22B-9D88133DA0C8}" destId="{6E7A9008-068B-46F5-85B7-5F6C0B5237A8}" srcOrd="3" destOrd="0" presId="urn:microsoft.com/office/officeart/2005/8/layout/list1#1"/>
    <dgm:cxn modelId="{7BB9CA46-EEA0-4993-8C99-BDDBB3818EB8}" type="presParOf" srcId="{0F49961D-D0E6-4090-A22B-9D88133DA0C8}" destId="{0489914A-948F-4985-9862-339F98E8A8FD}" srcOrd="4" destOrd="0" presId="urn:microsoft.com/office/officeart/2005/8/layout/list1#1"/>
    <dgm:cxn modelId="{99D4FA27-DBEB-404F-B53B-248B88F7D2F7}" type="presParOf" srcId="{0489914A-948F-4985-9862-339F98E8A8FD}" destId="{741F0C72-21A2-4BE8-B21F-02E8D606E9AB}" srcOrd="0" destOrd="0" presId="urn:microsoft.com/office/officeart/2005/8/layout/list1#1"/>
    <dgm:cxn modelId="{077FA0AB-6CC6-41C8-9E15-AFE217C3C2F1}" type="presParOf" srcId="{0489914A-948F-4985-9862-339F98E8A8FD}" destId="{0BB1A72C-6C66-4DBE-B262-9CE4353A950F}" srcOrd="1" destOrd="0" presId="urn:microsoft.com/office/officeart/2005/8/layout/list1#1"/>
    <dgm:cxn modelId="{613BF117-6513-4416-BDE1-394B4B1E1CFE}" type="presParOf" srcId="{0F49961D-D0E6-4090-A22B-9D88133DA0C8}" destId="{E670633E-4A80-4233-BE75-CE184FE0FEC6}" srcOrd="5" destOrd="0" presId="urn:microsoft.com/office/officeart/2005/8/layout/list1#1"/>
    <dgm:cxn modelId="{F019576E-8ACA-4B45-9587-18C132E88513}" type="presParOf" srcId="{0F49961D-D0E6-4090-A22B-9D88133DA0C8}" destId="{BB83BE09-22A2-439D-85E7-E247938795D7}" srcOrd="6" destOrd="0" presId="urn:microsoft.com/office/officeart/2005/8/layout/list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54D6DF-90E3-4A74-925D-080D33C7C55D}">
      <dsp:nvSpPr>
        <dsp:cNvPr id="0" name=""/>
        <dsp:cNvSpPr/>
      </dsp:nvSpPr>
      <dsp:spPr>
        <a:xfrm>
          <a:off x="0" y="420353"/>
          <a:ext cx="5315188" cy="630000"/>
        </a:xfrm>
        <a:prstGeom prst="rect">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B1CC8A6-71FD-48F2-8A3D-F68C458F848B}">
      <dsp:nvSpPr>
        <dsp:cNvPr id="0" name=""/>
        <dsp:cNvSpPr/>
      </dsp:nvSpPr>
      <dsp:spPr>
        <a:xfrm>
          <a:off x="265759" y="51353"/>
          <a:ext cx="3720632" cy="738000"/>
        </a:xfrm>
        <a:prstGeom prst="round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631" tIns="0" rIns="140631" bIns="0" numCol="1" spcCol="1270" anchor="ctr" anchorCtr="0">
          <a:noAutofit/>
        </a:bodyPr>
        <a:lstStyle/>
        <a:p>
          <a:pPr marL="0" lvl="0" indent="0" algn="l" defTabSz="1111250">
            <a:lnSpc>
              <a:spcPct val="100000"/>
            </a:lnSpc>
            <a:spcBef>
              <a:spcPct val="0"/>
            </a:spcBef>
            <a:spcAft>
              <a:spcPct val="35000"/>
            </a:spcAft>
            <a:buNone/>
          </a:pPr>
          <a:r>
            <a:rPr lang="en-US" sz="2500" b="1" kern="1200" dirty="0"/>
            <a:t>97.5% </a:t>
          </a:r>
          <a:r>
            <a:rPr lang="en-US" sz="2500" kern="1200" dirty="0"/>
            <a:t>saltwater (oceans) </a:t>
          </a:r>
        </a:p>
      </dsp:txBody>
      <dsp:txXfrm>
        <a:off x="301785" y="87379"/>
        <a:ext cx="3648580" cy="665948"/>
      </dsp:txXfrm>
    </dsp:sp>
    <dsp:sp modelId="{BB83BE09-22A2-439D-85E7-E247938795D7}">
      <dsp:nvSpPr>
        <dsp:cNvPr id="0" name=""/>
        <dsp:cNvSpPr/>
      </dsp:nvSpPr>
      <dsp:spPr>
        <a:xfrm>
          <a:off x="0" y="1554353"/>
          <a:ext cx="5315188" cy="1929375"/>
        </a:xfrm>
        <a:prstGeom prst="rect">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2518" tIns="520700" rIns="412518" bIns="177800" numCol="1" spcCol="1270" anchor="t" anchorCtr="0">
          <a:noAutofit/>
        </a:bodyPr>
        <a:lstStyle/>
        <a:p>
          <a:pPr marL="228600" lvl="1" indent="-228600" algn="l" defTabSz="1111250">
            <a:lnSpc>
              <a:spcPct val="100000"/>
            </a:lnSpc>
            <a:spcBef>
              <a:spcPct val="0"/>
            </a:spcBef>
            <a:spcAft>
              <a:spcPct val="15000"/>
            </a:spcAft>
            <a:buChar char="•"/>
          </a:pPr>
          <a:r>
            <a:rPr lang="en-US" sz="2500" kern="1200" dirty="0"/>
            <a:t>~69% glaciers</a:t>
          </a:r>
        </a:p>
        <a:p>
          <a:pPr marL="228600" lvl="1" indent="-228600" algn="l" defTabSz="1111250">
            <a:lnSpc>
              <a:spcPct val="100000"/>
            </a:lnSpc>
            <a:spcBef>
              <a:spcPct val="0"/>
            </a:spcBef>
            <a:spcAft>
              <a:spcPct val="15000"/>
            </a:spcAft>
            <a:buChar char="•"/>
          </a:pPr>
          <a:r>
            <a:rPr lang="en-US" sz="2500" kern="1200"/>
            <a:t>~30% groundwater </a:t>
          </a:r>
        </a:p>
        <a:p>
          <a:pPr marL="228600" lvl="1" indent="-228600" algn="l" defTabSz="1111250">
            <a:lnSpc>
              <a:spcPct val="100000"/>
            </a:lnSpc>
            <a:spcBef>
              <a:spcPct val="0"/>
            </a:spcBef>
            <a:spcAft>
              <a:spcPct val="15000"/>
            </a:spcAft>
            <a:buChar char="•"/>
          </a:pPr>
          <a:r>
            <a:rPr lang="en-US" sz="2500" kern="1200" dirty="0"/>
            <a:t>~1% surface water</a:t>
          </a:r>
        </a:p>
      </dsp:txBody>
      <dsp:txXfrm>
        <a:off x="0" y="1554353"/>
        <a:ext cx="5315188" cy="1929375"/>
      </dsp:txXfrm>
    </dsp:sp>
    <dsp:sp modelId="{0BB1A72C-6C66-4DBE-B262-9CE4353A950F}">
      <dsp:nvSpPr>
        <dsp:cNvPr id="0" name=""/>
        <dsp:cNvSpPr/>
      </dsp:nvSpPr>
      <dsp:spPr>
        <a:xfrm>
          <a:off x="265759" y="1185353"/>
          <a:ext cx="3720632" cy="738000"/>
        </a:xfrm>
        <a:prstGeom prst="round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631" tIns="0" rIns="140631" bIns="0" numCol="1" spcCol="1270" anchor="ctr" anchorCtr="0">
          <a:noAutofit/>
        </a:bodyPr>
        <a:lstStyle/>
        <a:p>
          <a:pPr marL="0" lvl="0" indent="0" algn="l" defTabSz="1111250">
            <a:lnSpc>
              <a:spcPct val="100000"/>
            </a:lnSpc>
            <a:spcBef>
              <a:spcPct val="0"/>
            </a:spcBef>
            <a:spcAft>
              <a:spcPct val="35000"/>
            </a:spcAft>
            <a:buNone/>
          </a:pPr>
          <a:r>
            <a:rPr lang="en-US" sz="2500" b="1" kern="1200" dirty="0"/>
            <a:t>2.5%</a:t>
          </a:r>
          <a:r>
            <a:rPr lang="en-US" sz="2500" kern="1200" dirty="0"/>
            <a:t> freshwater</a:t>
          </a:r>
        </a:p>
      </dsp:txBody>
      <dsp:txXfrm>
        <a:off x="301785" y="1221379"/>
        <a:ext cx="3648580" cy="665948"/>
      </dsp:txXfrm>
    </dsp:sp>
  </dsp:spTree>
</dsp:drawing>
</file>

<file path=ppt/diagrams/layout1.xml><?xml version="1.0" encoding="utf-8"?>
<dgm:layoutDef xmlns:dgm="http://schemas.openxmlformats.org/drawingml/2006/diagram" xmlns:a="http://schemas.openxmlformats.org/drawingml/2006/main" uniqueId="urn:microsoft.com/office/officeart/2005/8/layout/list1#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24">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GB"/>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D1D1EADE-8E88-4C7C-8AC5-FB148DE4940E}" type="datetime1">
              <a:rPr lang="en-US" smtClean="0"/>
              <a:t>9/13/2026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3206480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GB"/>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57B6794-849E-4626-908B-D15793550EFB}" type="datetime1">
              <a:rPr lang="en-US" smtClean="0"/>
              <a:t>9/13/2026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2371690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GB"/>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63DB64E7-5594-42A3-ADBF-E95A7ACEAD64}" type="datetime1">
              <a:rPr lang="en-US" smtClean="0"/>
              <a:t>9/13/2026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19347769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GB"/>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18462B0B-D248-4FFB-8695-AD7FA4B1284A}" type="datetime1">
              <a:rPr lang="en-US" smtClean="0"/>
              <a:t>9/13/2026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689829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GB"/>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D0378EFB-9159-4510-B73F-4F0409ADE937}" type="datetime1">
              <a:rPr lang="en-US" smtClean="0"/>
              <a:t>9/13/2026</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13264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89BC9412-2452-4BED-A324-9D8C115361AD}" type="datetime1">
              <a:rPr lang="en-US" smtClean="0"/>
              <a:t>9/13/2026</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897651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18F62-D251-40E8-A23C-F4CFE9FEAB41}" type="datetime1">
              <a:rPr lang="en-US" smtClean="0"/>
              <a:t>9/13/2026</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530484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GB"/>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44F76144-149E-4874-93A5-554A0357CF82}" type="datetime1">
              <a:rPr lang="en-US" smtClean="0"/>
              <a:t>9/13/2026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11412488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GB"/>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50BA65D8-0540-4835-AE5C-25D29DBA01BE}" type="datetime1">
              <a:rPr lang="en-US" smtClean="0"/>
              <a:t>9/13/2026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6578018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EC3C8B9C-477D-492A-96AD-1FC2CC997A73}" type="datetime1">
              <a:rPr lang="en-US" smtClean="0"/>
              <a:t>9/13/2026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882464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42D3AED5-E26D-4E29-B1B3-7847B6779594}" type="datetime1">
              <a:rPr lang="en-US" smtClean="0"/>
              <a:t>9/13/2026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39981622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GB"/>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E31BA835-12AC-4E8F-955A-EA3F4DE2791F}" type="datetime1">
              <a:rPr lang="en-US" smtClean="0"/>
              <a:t>9/13/2026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87E7843D-FF13-4365-9478-9625B70A2705}" type="slidenum">
              <a:rPr lang="en-US" smtClean="0"/>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Tree>
    <p:extLst>
      <p:ext uri="{BB962C8B-B14F-4D97-AF65-F5344CB8AC3E}">
        <p14:creationId xmlns:p14="http://schemas.microsoft.com/office/powerpoint/2010/main" val="445365513"/>
      </p:ext>
    </p:extLst>
  </p:cSld>
  <p:clrMap bg1="lt1" tx1="dk1" bg2="lt2" tx2="dk2" accent1="accent1" accent2="accent2" accent3="accent3" accent4="accent4" accent5="accent5" accent6="accent6" hlink="hlink" folHlink="folHlink"/>
  <p:sldLayoutIdLst>
    <p:sldLayoutId id="2147483894" r:id="rId1"/>
    <p:sldLayoutId id="2147483895" r:id="rId2"/>
    <p:sldLayoutId id="2147483896" r:id="rId3"/>
    <p:sldLayoutId id="2147483897" r:id="rId4"/>
    <p:sldLayoutId id="2147483898" r:id="rId5"/>
    <p:sldLayoutId id="2147483899" r:id="rId6"/>
    <p:sldLayoutId id="2147483900" r:id="rId7"/>
    <p:sldLayoutId id="2147483901" r:id="rId8"/>
    <p:sldLayoutId id="2147483902" r:id="rId9"/>
    <p:sldLayoutId id="2147483903" r:id="rId10"/>
    <p:sldLayoutId id="2147483904" r:id="rId11"/>
  </p:sldLayoutIdLst>
  <p:hf sldNum="0"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erial view of valley map">
            <a:extLst>
              <a:ext uri="{FF2B5EF4-FFF2-40B4-BE49-F238E27FC236}">
                <a16:creationId xmlns:a16="http://schemas.microsoft.com/office/drawing/2014/main" id="{046D88F4-320D-59B7-772C-FA83FA83B8BF}"/>
              </a:ext>
            </a:extLst>
          </p:cNvPr>
          <p:cNvPicPr>
            <a:picLocks noChangeAspect="1"/>
          </p:cNvPicPr>
          <p:nvPr/>
        </p:nvPicPr>
        <p:blipFill>
          <a:blip r:embed="rId2"/>
          <a:srcRect b="1316"/>
          <a:stretch>
            <a:fillRect/>
          </a:stretch>
        </p:blipFill>
        <p:spPr>
          <a:xfrm>
            <a:off x="20" y="10"/>
            <a:ext cx="12191979" cy="6857990"/>
          </a:xfrm>
          <a:prstGeom prst="rect">
            <a:avLst/>
          </a:prstGeom>
        </p:spPr>
      </p:pic>
      <p:sp>
        <p:nvSpPr>
          <p:cNvPr id="2" name="Title 1">
            <a:extLst>
              <a:ext uri="{FF2B5EF4-FFF2-40B4-BE49-F238E27FC236}">
                <a16:creationId xmlns:a16="http://schemas.microsoft.com/office/drawing/2014/main" id="{449515C4-7A36-1A1E-07B1-D559D6B28BB5}"/>
              </a:ext>
            </a:extLst>
          </p:cNvPr>
          <p:cNvSpPr>
            <a:spLocks noGrp="1"/>
          </p:cNvSpPr>
          <p:nvPr>
            <p:ph type="ctrTitle"/>
          </p:nvPr>
        </p:nvSpPr>
        <p:spPr>
          <a:xfrm>
            <a:off x="320039" y="175147"/>
            <a:ext cx="7978385" cy="916234"/>
          </a:xfrm>
        </p:spPr>
        <p:txBody>
          <a:bodyPr anchor="ctr">
            <a:normAutofit fontScale="90000"/>
          </a:bodyPr>
          <a:lstStyle/>
          <a:p>
            <a:pPr>
              <a:lnSpc>
                <a:spcPct val="90000"/>
              </a:lnSpc>
            </a:pPr>
            <a:br>
              <a:rPr lang="en-PH" sz="2800"/>
            </a:br>
            <a:r>
              <a:rPr lang="en-US" sz="2800" b="1"/>
              <a:t>Water Resources and Land Subsidence</a:t>
            </a:r>
            <a:endParaRPr lang="en-PH" sz="2800"/>
          </a:p>
        </p:txBody>
      </p:sp>
      <p:sp>
        <p:nvSpPr>
          <p:cNvPr id="3" name="Subtitle 2">
            <a:extLst>
              <a:ext uri="{FF2B5EF4-FFF2-40B4-BE49-F238E27FC236}">
                <a16:creationId xmlns:a16="http://schemas.microsoft.com/office/drawing/2014/main" id="{454F4772-F339-F62E-B7B0-E7EA4F441FF1}"/>
              </a:ext>
            </a:extLst>
          </p:cNvPr>
          <p:cNvSpPr>
            <a:spLocks noGrp="1"/>
          </p:cNvSpPr>
          <p:nvPr>
            <p:ph type="subTitle" idx="1"/>
          </p:nvPr>
        </p:nvSpPr>
        <p:spPr>
          <a:xfrm>
            <a:off x="8298426" y="196597"/>
            <a:ext cx="3634494" cy="868139"/>
          </a:xfrm>
        </p:spPr>
        <p:txBody>
          <a:bodyPr anchor="ctr">
            <a:normAutofit/>
          </a:bodyPr>
          <a:lstStyle/>
          <a:p>
            <a:pPr algn="r"/>
            <a:r>
              <a:rPr lang="en-PH" sz="1800" dirty="0"/>
              <a:t>Lesson 8</a:t>
            </a:r>
          </a:p>
        </p:txBody>
      </p:sp>
    </p:spTree>
    <p:extLst>
      <p:ext uri="{BB962C8B-B14F-4D97-AF65-F5344CB8AC3E}">
        <p14:creationId xmlns:p14="http://schemas.microsoft.com/office/powerpoint/2010/main" val="2115490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A97CA5D-BCDD-4F61-B77F-34068368B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Waterdrops on a liquid surface">
            <a:extLst>
              <a:ext uri="{FF2B5EF4-FFF2-40B4-BE49-F238E27FC236}">
                <a16:creationId xmlns:a16="http://schemas.microsoft.com/office/drawing/2014/main" id="{F6A7B79F-78B0-3C6B-EC0F-D4F5EAD6B326}"/>
              </a:ext>
            </a:extLst>
          </p:cNvPr>
          <p:cNvPicPr>
            <a:picLocks noChangeAspect="1"/>
          </p:cNvPicPr>
          <p:nvPr/>
        </p:nvPicPr>
        <p:blipFill>
          <a:blip r:embed="rId2">
            <a:duotone>
              <a:schemeClr val="bg2">
                <a:shade val="45000"/>
                <a:satMod val="135000"/>
              </a:schemeClr>
              <a:prstClr val="white"/>
            </a:duotone>
            <a:alphaModFix amt="35000"/>
          </a:blip>
          <a:srcRect b="15730"/>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BB80117C-7F39-43C5-86D0-1B3E99AB5E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2" name="Title 1">
            <a:extLst>
              <a:ext uri="{FF2B5EF4-FFF2-40B4-BE49-F238E27FC236}">
                <a16:creationId xmlns:a16="http://schemas.microsoft.com/office/drawing/2014/main" id="{82735CD8-54F2-E37E-1D7C-25B69381E20C}"/>
              </a:ext>
            </a:extLst>
          </p:cNvPr>
          <p:cNvSpPr>
            <a:spLocks noGrp="1"/>
          </p:cNvSpPr>
          <p:nvPr>
            <p:ph type="title"/>
          </p:nvPr>
        </p:nvSpPr>
        <p:spPr>
          <a:xfrm>
            <a:off x="581192" y="702156"/>
            <a:ext cx="11029616" cy="1013800"/>
          </a:xfrm>
        </p:spPr>
        <p:txBody>
          <a:bodyPr>
            <a:normAutofit/>
          </a:bodyPr>
          <a:lstStyle/>
          <a:p>
            <a:r>
              <a:rPr lang="en-PH">
                <a:solidFill>
                  <a:srgbClr val="FFFFFF"/>
                </a:solidFill>
              </a:rPr>
              <a:t>Objectives</a:t>
            </a:r>
          </a:p>
        </p:txBody>
      </p:sp>
      <p:grpSp>
        <p:nvGrpSpPr>
          <p:cNvPr id="13" name="Group 12">
            <a:extLst>
              <a:ext uri="{FF2B5EF4-FFF2-40B4-BE49-F238E27FC236}">
                <a16:creationId xmlns:a16="http://schemas.microsoft.com/office/drawing/2014/main" id="{22A9BB93-2DF4-4EFD-94C3-A0CC895CDE6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4" name="Rectangle 13">
              <a:extLst>
                <a:ext uri="{FF2B5EF4-FFF2-40B4-BE49-F238E27FC236}">
                  <a16:creationId xmlns:a16="http://schemas.microsoft.com/office/drawing/2014/main" id="{50B3C702-83B2-4274-BF5A-C42475E280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15" name="Rectangle 14">
              <a:extLst>
                <a:ext uri="{FF2B5EF4-FFF2-40B4-BE49-F238E27FC236}">
                  <a16:creationId xmlns:a16="http://schemas.microsoft.com/office/drawing/2014/main" id="{5B7BEE93-7680-4E07-8B35-53D4D53F29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16" name="Rectangle 15">
              <a:extLst>
                <a:ext uri="{FF2B5EF4-FFF2-40B4-BE49-F238E27FC236}">
                  <a16:creationId xmlns:a16="http://schemas.microsoft.com/office/drawing/2014/main" id="{5626784A-218C-4257-AC79-DD5BC6EF9A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grpSp>
      <p:sp>
        <p:nvSpPr>
          <p:cNvPr id="3" name="Content Placeholder 2">
            <a:extLst>
              <a:ext uri="{FF2B5EF4-FFF2-40B4-BE49-F238E27FC236}">
                <a16:creationId xmlns:a16="http://schemas.microsoft.com/office/drawing/2014/main" id="{8B800B5F-0E44-3CF1-C2E9-2DBAB3C62395}"/>
              </a:ext>
            </a:extLst>
          </p:cNvPr>
          <p:cNvSpPr>
            <a:spLocks noGrp="1"/>
          </p:cNvSpPr>
          <p:nvPr>
            <p:ph idx="1"/>
          </p:nvPr>
        </p:nvSpPr>
        <p:spPr>
          <a:xfrm>
            <a:off x="581192" y="2180496"/>
            <a:ext cx="11029615" cy="3678303"/>
          </a:xfrm>
        </p:spPr>
        <p:txBody>
          <a:bodyPr>
            <a:normAutofit lnSpcReduction="10000"/>
          </a:bodyPr>
          <a:lstStyle/>
          <a:p>
            <a:pPr marL="0" indent="0">
              <a:buNone/>
            </a:pPr>
            <a:r>
              <a:rPr lang="en-PH" sz="2400" dirty="0"/>
              <a:t>At the end of the lesson, students should be able to:</a:t>
            </a:r>
          </a:p>
          <a:p>
            <a:pPr marL="457200" lvl="0" indent="-457200">
              <a:buFont typeface="+mj-lt"/>
              <a:buAutoNum type="arabicPeriod"/>
            </a:pPr>
            <a:r>
              <a:rPr lang="en-PH" sz="2400" b="1" dirty="0"/>
              <a:t>Identify</a:t>
            </a:r>
            <a:r>
              <a:rPr lang="en-PH" sz="2400" dirty="0"/>
              <a:t> the major types and sources of water resources. </a:t>
            </a:r>
          </a:p>
          <a:p>
            <a:pPr marL="457200" lvl="0" indent="-457200">
              <a:buFont typeface="+mj-lt"/>
              <a:buAutoNum type="arabicPeriod"/>
            </a:pPr>
            <a:r>
              <a:rPr lang="en-PH" sz="2400" b="1" dirty="0"/>
              <a:t>Explain</a:t>
            </a:r>
            <a:r>
              <a:rPr lang="en-PH" sz="2400" dirty="0"/>
              <a:t> common water resource issues and their effects on people and the environment. </a:t>
            </a:r>
          </a:p>
          <a:p>
            <a:pPr marL="457200" lvl="0" indent="-457200">
              <a:buFont typeface="+mj-lt"/>
              <a:buAutoNum type="arabicPeriod"/>
            </a:pPr>
            <a:r>
              <a:rPr lang="en-PH" sz="2400" b="1" dirty="0"/>
              <a:t>Describe</a:t>
            </a:r>
            <a:r>
              <a:rPr lang="en-PH" sz="2400" dirty="0"/>
              <a:t> land subsidence, its causes, effects, and relationship with groundwater extraction. </a:t>
            </a:r>
          </a:p>
          <a:p>
            <a:pPr marL="457200" lvl="0" indent="-457200">
              <a:buFont typeface="+mj-lt"/>
              <a:buAutoNum type="arabicPeriod"/>
            </a:pPr>
            <a:r>
              <a:rPr lang="en-PH" sz="2400" b="1" dirty="0"/>
              <a:t>Discuss</a:t>
            </a:r>
            <a:r>
              <a:rPr lang="en-PH" sz="2400" dirty="0"/>
              <a:t> sustainable strategies for managing water resources and preventing further land subsidence. </a:t>
            </a:r>
          </a:p>
          <a:p>
            <a:endParaRPr lang="en-PH" dirty="0"/>
          </a:p>
        </p:txBody>
      </p:sp>
    </p:spTree>
    <p:extLst>
      <p:ext uri="{BB962C8B-B14F-4D97-AF65-F5344CB8AC3E}">
        <p14:creationId xmlns:p14="http://schemas.microsoft.com/office/powerpoint/2010/main" val="5525570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0" name="Rectangle 19"/>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36397" y="502020"/>
            <a:ext cx="5323715" cy="1642970"/>
          </a:xfrm>
        </p:spPr>
        <p:txBody>
          <a:bodyPr anchor="b">
            <a:normAutofit fontScale="90000"/>
          </a:bodyPr>
          <a:lstStyle/>
          <a:p>
            <a:br>
              <a:rPr lang="en-US" sz="3400" dirty="0"/>
            </a:br>
            <a:r>
              <a:rPr lang="en-US" sz="3400" dirty="0">
                <a:solidFill>
                  <a:schemeClr val="tx1"/>
                </a:solidFill>
              </a:rPr>
              <a:t>Distribution of Earth’s Water</a:t>
            </a:r>
            <a:br>
              <a:rPr lang="en-US" sz="3400" dirty="0">
                <a:solidFill>
                  <a:schemeClr val="tx1"/>
                </a:solidFill>
              </a:rPr>
            </a:br>
            <a:endParaRPr lang="en-US" sz="3400" dirty="0">
              <a:solidFill>
                <a:schemeClr val="tx1"/>
              </a:solidFill>
            </a:endParaRPr>
          </a:p>
        </p:txBody>
      </p:sp>
      <p:sp>
        <p:nvSpPr>
          <p:cNvPr id="22" name="Rectangle 21"/>
          <p:cNvSpPr>
            <a:spLocks noGrp="1" noRot="1" noChangeAspect="1" noMove="1" noResize="1" noEditPoints="1" noAdjustHandles="1" noChangeArrowheads="1" noChangeShapeType="1" noTextEdit="1"/>
          </p:cNvSpPr>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a:spLocks noGrp="1" noRot="1" noChangeAspect="1" noMove="1" noResize="1" noEditPoints="1" noAdjustHandles="1" noChangeArrowheads="1" noChangeShapeType="1" noTextEdit="1"/>
          </p:cNvSpPr>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p:cNvSpPr>
            <a:spLocks noGrp="1" noRot="1" noChangeAspect="1" noMove="1" noResize="1" noEditPoints="1" noAdjustHandles="1" noChangeArrowheads="1" noChangeShapeType="1" noTextEdit="1"/>
          </p:cNvSpPr>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p:cNvSpPr>
            <a:spLocks noGrp="1" noRot="1" noChangeAspect="1" noMove="1" noResize="1" noEditPoints="1" noAdjustHandles="1" noChangeArrowheads="1" noChangeShapeType="1" noTextEdit="1"/>
          </p:cNvSpPr>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Content Placeholder 8" descr="A diagram of water and ice&#10;&#10;Description automatically generated with medium confidence"/>
          <p:cNvPicPr>
            <a:picLocks noChangeAspect="1"/>
          </p:cNvPicPr>
          <p:nvPr/>
        </p:nvPicPr>
        <p:blipFill>
          <a:blip r:embed="rId2"/>
          <a:srcRect l="7496" r="54193" b="7491"/>
          <a:stretch>
            <a:fillRect/>
          </a:stretch>
        </p:blipFill>
        <p:spPr>
          <a:xfrm>
            <a:off x="7075967" y="1267198"/>
            <a:ext cx="4170530" cy="4355497"/>
          </a:xfrm>
          <a:prstGeom prst="rect">
            <a:avLst/>
          </a:prstGeom>
        </p:spPr>
      </p:pic>
      <p:graphicFrame>
        <p:nvGraphicFramePr>
          <p:cNvPr id="5" name="Content Placeholder 2"/>
          <p:cNvGraphicFramePr>
            <a:graphicFrameLocks noGrp="1"/>
          </p:cNvGraphicFramePr>
          <p:nvPr>
            <p:ph idx="1"/>
          </p:nvPr>
        </p:nvGraphicFramePr>
        <p:xfrm>
          <a:off x="1144923" y="2405894"/>
          <a:ext cx="5315189" cy="35350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A00EF-7A78-BCC2-F4DD-89D8372E15E4}"/>
              </a:ext>
            </a:extLst>
          </p:cNvPr>
          <p:cNvSpPr>
            <a:spLocks noGrp="1"/>
          </p:cNvSpPr>
          <p:nvPr>
            <p:ph type="title"/>
          </p:nvPr>
        </p:nvSpPr>
        <p:spPr/>
        <p:txBody>
          <a:bodyPr/>
          <a:lstStyle/>
          <a:p>
            <a:r>
              <a:rPr lang="en-US" b="1" dirty="0"/>
              <a:t>Types of Water Use</a:t>
            </a:r>
            <a:endParaRPr lang="en-PH" dirty="0"/>
          </a:p>
        </p:txBody>
      </p:sp>
      <p:sp>
        <p:nvSpPr>
          <p:cNvPr id="3" name="Content Placeholder 2">
            <a:extLst>
              <a:ext uri="{FF2B5EF4-FFF2-40B4-BE49-F238E27FC236}">
                <a16:creationId xmlns:a16="http://schemas.microsoft.com/office/drawing/2014/main" id="{B7691C77-DCCD-BBAD-4371-D91F5898C614}"/>
              </a:ext>
            </a:extLst>
          </p:cNvPr>
          <p:cNvSpPr>
            <a:spLocks noGrp="1"/>
          </p:cNvSpPr>
          <p:nvPr>
            <p:ph idx="1"/>
          </p:nvPr>
        </p:nvSpPr>
        <p:spPr/>
        <p:txBody>
          <a:bodyPr/>
          <a:lstStyle/>
          <a:p>
            <a:r>
              <a:rPr lang="en-US" sz="3600" b="1" dirty="0"/>
              <a:t>Agricultural (70%)</a:t>
            </a:r>
            <a:r>
              <a:rPr lang="en-US" sz="3600" dirty="0"/>
              <a:t> – irrigation for crops.</a:t>
            </a:r>
          </a:p>
          <a:p>
            <a:r>
              <a:rPr lang="en-US" sz="3600" b="1" dirty="0"/>
              <a:t>Industrial (20%)</a:t>
            </a:r>
            <a:r>
              <a:rPr lang="en-US" sz="3600" dirty="0"/>
              <a:t> – manufacturing, energy production.</a:t>
            </a:r>
          </a:p>
          <a:p>
            <a:r>
              <a:rPr lang="en-US" sz="3600" b="1" dirty="0"/>
              <a:t>Domestic (10%)</a:t>
            </a:r>
            <a:r>
              <a:rPr lang="en-US" sz="3600" dirty="0"/>
              <a:t> – household use (drinking, cleaning, sanitation).</a:t>
            </a:r>
          </a:p>
          <a:p>
            <a:endParaRPr lang="en-US" sz="1600" dirty="0"/>
          </a:p>
          <a:p>
            <a:endParaRPr lang="en-PH" dirty="0"/>
          </a:p>
        </p:txBody>
      </p:sp>
    </p:spTree>
    <p:extLst>
      <p:ext uri="{BB962C8B-B14F-4D97-AF65-F5344CB8AC3E}">
        <p14:creationId xmlns:p14="http://schemas.microsoft.com/office/powerpoint/2010/main" val="350223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2928117C-9446-4E7F-AE62-95E0F6DB5B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24" name="Rectangle 23">
            <a:extLst>
              <a:ext uri="{FF2B5EF4-FFF2-40B4-BE49-F238E27FC236}">
                <a16:creationId xmlns:a16="http://schemas.microsoft.com/office/drawing/2014/main" id="{84D30AFB-4D71-48B0-AA00-28EE92363A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25" name="Rectangle 24">
            <a:extLst>
              <a:ext uri="{FF2B5EF4-FFF2-40B4-BE49-F238E27FC236}">
                <a16:creationId xmlns:a16="http://schemas.microsoft.com/office/drawing/2014/main" id="{96A0B76F-8010-4C62-B4B6-C5FC438C0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26" name="Rectangle 25">
            <a:extLst>
              <a:ext uri="{FF2B5EF4-FFF2-40B4-BE49-F238E27FC236}">
                <a16:creationId xmlns:a16="http://schemas.microsoft.com/office/drawing/2014/main" id="{9FC936C0-4624-438D-BDD0-6B296BD640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useBgFill="1">
        <p:nvSpPr>
          <p:cNvPr id="27" name="Rectangle 26">
            <a:extLst>
              <a:ext uri="{FF2B5EF4-FFF2-40B4-BE49-F238E27FC236}">
                <a16:creationId xmlns:a16="http://schemas.microsoft.com/office/drawing/2014/main" id="{4B526CBF-0AA4-49A9-B305-EE0AF3AF6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a:extLst>
              <a:ext uri="{FF2B5EF4-FFF2-40B4-BE49-F238E27FC236}">
                <a16:creationId xmlns:a16="http://schemas.microsoft.com/office/drawing/2014/main" id="{5EE944F7-F2E5-1CEA-29A2-CCECD936796A}"/>
              </a:ext>
            </a:extLst>
          </p:cNvPr>
          <p:cNvPicPr>
            <a:picLocks noChangeAspect="1"/>
          </p:cNvPicPr>
          <p:nvPr/>
        </p:nvPicPr>
        <p:blipFill>
          <a:blip r:embed="rId2"/>
          <a:srcRect/>
          <a:stretch>
            <a:fillRect/>
          </a:stretch>
        </p:blipFill>
        <p:spPr>
          <a:xfrm>
            <a:off x="20" y="10"/>
            <a:ext cx="12191980" cy="6857990"/>
          </a:xfrm>
          <a:prstGeom prst="rect">
            <a:avLst/>
          </a:prstGeom>
        </p:spPr>
      </p:pic>
      <p:grpSp>
        <p:nvGrpSpPr>
          <p:cNvPr id="29" name="Group 28">
            <a:extLst>
              <a:ext uri="{FF2B5EF4-FFF2-40B4-BE49-F238E27FC236}">
                <a16:creationId xmlns:a16="http://schemas.microsoft.com/office/drawing/2014/main" id="{CC8B5139-02E6-4DEA-9CCE-962CAF0AFBA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68" y="457200"/>
            <a:ext cx="3703320" cy="5935132"/>
            <a:chOff x="438068" y="457200"/>
            <a:chExt cx="3703320" cy="5935132"/>
          </a:xfrm>
        </p:grpSpPr>
        <p:sp>
          <p:nvSpPr>
            <p:cNvPr id="30" name="Rectangle 29">
              <a:extLst>
                <a:ext uri="{FF2B5EF4-FFF2-40B4-BE49-F238E27FC236}">
                  <a16:creationId xmlns:a16="http://schemas.microsoft.com/office/drawing/2014/main" id="{C0470BC0-AB0D-4A03-B4F1-5DDA9A31C1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618067"/>
              <a:ext cx="3702134" cy="5774265"/>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31" name="Rectangle 30">
              <a:extLst>
                <a:ext uri="{FF2B5EF4-FFF2-40B4-BE49-F238E27FC236}">
                  <a16:creationId xmlns:a16="http://schemas.microsoft.com/office/drawing/2014/main" id="{724A08B2-EC2C-4641-81BE-FE8B068BE1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grpSp>
      <p:sp>
        <p:nvSpPr>
          <p:cNvPr id="2" name="Title 1">
            <a:extLst>
              <a:ext uri="{FF2B5EF4-FFF2-40B4-BE49-F238E27FC236}">
                <a16:creationId xmlns:a16="http://schemas.microsoft.com/office/drawing/2014/main" id="{83FE144C-2D03-9F2D-1092-D5669D06188F}"/>
              </a:ext>
            </a:extLst>
          </p:cNvPr>
          <p:cNvSpPr>
            <a:spLocks noGrp="1"/>
          </p:cNvSpPr>
          <p:nvPr>
            <p:ph type="title"/>
          </p:nvPr>
        </p:nvSpPr>
        <p:spPr>
          <a:xfrm>
            <a:off x="584200" y="1643743"/>
            <a:ext cx="3412067" cy="1440255"/>
          </a:xfrm>
        </p:spPr>
        <p:txBody>
          <a:bodyPr vert="horz" lIns="91440" tIns="45720" rIns="91440" bIns="45720" rtlCol="0" anchor="b">
            <a:normAutofit/>
          </a:bodyPr>
          <a:lstStyle/>
          <a:p>
            <a:r>
              <a:rPr lang="en-US" dirty="0">
                <a:solidFill>
                  <a:srgbClr val="FFFFFF"/>
                </a:solidFill>
              </a:rPr>
              <a:t>WATER RESOURCES</a:t>
            </a:r>
          </a:p>
        </p:txBody>
      </p:sp>
      <p:sp>
        <p:nvSpPr>
          <p:cNvPr id="3" name="Text Placeholder 2">
            <a:extLst>
              <a:ext uri="{FF2B5EF4-FFF2-40B4-BE49-F238E27FC236}">
                <a16:creationId xmlns:a16="http://schemas.microsoft.com/office/drawing/2014/main" id="{999EBBAF-E64A-D500-ED0A-C341AB42BC54}"/>
              </a:ext>
            </a:extLst>
          </p:cNvPr>
          <p:cNvSpPr>
            <a:spLocks noGrp="1"/>
          </p:cNvSpPr>
          <p:nvPr>
            <p:ph type="body" idx="1"/>
          </p:nvPr>
        </p:nvSpPr>
        <p:spPr>
          <a:xfrm>
            <a:off x="584200" y="4365171"/>
            <a:ext cx="3412067" cy="1519162"/>
          </a:xfrm>
        </p:spPr>
        <p:txBody>
          <a:bodyPr vert="horz" lIns="91440" tIns="45720" rIns="91440" bIns="45720" rtlCol="0" anchor="t">
            <a:normAutofit/>
          </a:bodyPr>
          <a:lstStyle/>
          <a:p>
            <a:pPr algn="just">
              <a:lnSpc>
                <a:spcPct val="90000"/>
              </a:lnSpc>
            </a:pPr>
            <a:r>
              <a:rPr lang="en-US" sz="1600" b="1" cap="none" dirty="0">
                <a:solidFill>
                  <a:srgbClr val="EBEBEB"/>
                </a:solidFill>
              </a:rPr>
              <a:t>Water resources</a:t>
            </a:r>
            <a:r>
              <a:rPr lang="en-US" sz="1600" cap="none" dirty="0">
                <a:solidFill>
                  <a:srgbClr val="EBEBEB"/>
                </a:solidFill>
              </a:rPr>
              <a:t> are sources of water that are useful or potentially useful to humans, ecosystems, agriculture, industry, and other activities.</a:t>
            </a:r>
          </a:p>
          <a:p>
            <a:pPr>
              <a:lnSpc>
                <a:spcPct val="90000"/>
              </a:lnSpc>
            </a:pPr>
            <a:endParaRPr lang="en-US" sz="1000" dirty="0">
              <a:solidFill>
                <a:srgbClr val="EBEBEB"/>
              </a:solidFill>
            </a:endParaRPr>
          </a:p>
        </p:txBody>
      </p:sp>
    </p:spTree>
    <p:extLst>
      <p:ext uri="{BB962C8B-B14F-4D97-AF65-F5344CB8AC3E}">
        <p14:creationId xmlns:p14="http://schemas.microsoft.com/office/powerpoint/2010/main" val="7304624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98000"/>
                <a:satMod val="110000"/>
                <a:lumMod val="86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20C97E5C-C165-417B-BBDE-6701E226BE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95D0E1C6-221C-4835-B0D4-24184F6B6E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A98F2782-0AD1-4AB6-BBB8-3BA1BB416C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643468"/>
            <a:ext cx="10905067" cy="55710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 1">
            <a:extLst>
              <a:ext uri="{FF2B5EF4-FFF2-40B4-BE49-F238E27FC236}">
                <a16:creationId xmlns:a16="http://schemas.microsoft.com/office/drawing/2014/main" id="{07D6DD54-76FB-A225-8253-6C4AA502CD60}"/>
              </a:ext>
            </a:extLst>
          </p:cNvPr>
          <p:cNvGraphicFramePr>
            <a:graphicFrameLocks noGrp="1"/>
          </p:cNvGraphicFramePr>
          <p:nvPr>
            <p:extLst>
              <p:ext uri="{D42A27DB-BD31-4B8C-83A1-F6EECF244321}">
                <p14:modId xmlns:p14="http://schemas.microsoft.com/office/powerpoint/2010/main" val="3775537015"/>
              </p:ext>
            </p:extLst>
          </p:nvPr>
        </p:nvGraphicFramePr>
        <p:xfrm>
          <a:off x="1120477" y="1306745"/>
          <a:ext cx="9951043" cy="4238367"/>
        </p:xfrm>
        <a:graphic>
          <a:graphicData uri="http://schemas.openxmlformats.org/drawingml/2006/table">
            <a:tbl>
              <a:tblPr firstRow="1" bandRow="1">
                <a:tableStyleId>{5C22544A-7EE6-4342-B048-85BDC9FD1C3A}</a:tableStyleId>
              </a:tblPr>
              <a:tblGrid>
                <a:gridCol w="2243209">
                  <a:extLst>
                    <a:ext uri="{9D8B030D-6E8A-4147-A177-3AD203B41FA5}">
                      <a16:colId xmlns:a16="http://schemas.microsoft.com/office/drawing/2014/main" val="2493129496"/>
                    </a:ext>
                  </a:extLst>
                </a:gridCol>
                <a:gridCol w="3118271">
                  <a:extLst>
                    <a:ext uri="{9D8B030D-6E8A-4147-A177-3AD203B41FA5}">
                      <a16:colId xmlns:a16="http://schemas.microsoft.com/office/drawing/2014/main" val="3303780220"/>
                    </a:ext>
                  </a:extLst>
                </a:gridCol>
                <a:gridCol w="2016346">
                  <a:extLst>
                    <a:ext uri="{9D8B030D-6E8A-4147-A177-3AD203B41FA5}">
                      <a16:colId xmlns:a16="http://schemas.microsoft.com/office/drawing/2014/main" val="895392354"/>
                    </a:ext>
                  </a:extLst>
                </a:gridCol>
                <a:gridCol w="2573217">
                  <a:extLst>
                    <a:ext uri="{9D8B030D-6E8A-4147-A177-3AD203B41FA5}">
                      <a16:colId xmlns:a16="http://schemas.microsoft.com/office/drawing/2014/main" val="1015266573"/>
                    </a:ext>
                  </a:extLst>
                </a:gridCol>
              </a:tblGrid>
              <a:tr h="782280">
                <a:tc>
                  <a:txBody>
                    <a:bodyPr/>
                    <a:lstStyle/>
                    <a:p>
                      <a:pPr algn="ctr" fontAlgn="ctr">
                        <a:buNone/>
                      </a:pPr>
                      <a:r>
                        <a:rPr lang="en-PH" sz="2400" u="none" strike="noStrike" dirty="0">
                          <a:effectLst/>
                        </a:rPr>
                        <a:t>Water Resource</a:t>
                      </a:r>
                      <a:endParaRPr lang="en-PH" sz="2400" b="1" i="0" u="none" strike="noStrike" dirty="0">
                        <a:solidFill>
                          <a:srgbClr val="000000"/>
                        </a:solidFill>
                        <a:effectLst/>
                        <a:latin typeface="Aptos Narrow" panose="020B0004020202020204" pitchFamily="34" charset="0"/>
                      </a:endParaRPr>
                    </a:p>
                  </a:txBody>
                  <a:tcPr marL="5807" marR="5807" marT="5807" marB="0" anchor="ctr"/>
                </a:tc>
                <a:tc>
                  <a:txBody>
                    <a:bodyPr/>
                    <a:lstStyle/>
                    <a:p>
                      <a:pPr algn="ctr" fontAlgn="ctr">
                        <a:buNone/>
                      </a:pPr>
                      <a:r>
                        <a:rPr lang="en-PH" sz="2400" u="none" strike="noStrike" dirty="0">
                          <a:effectLst/>
                        </a:rPr>
                        <a:t>Description</a:t>
                      </a:r>
                      <a:endParaRPr lang="en-PH" sz="2400" b="1" i="0" u="none" strike="noStrike" dirty="0">
                        <a:solidFill>
                          <a:srgbClr val="000000"/>
                        </a:solidFill>
                        <a:effectLst/>
                        <a:latin typeface="Aptos Narrow" panose="020B0004020202020204" pitchFamily="34" charset="0"/>
                      </a:endParaRPr>
                    </a:p>
                  </a:txBody>
                  <a:tcPr marL="5807" marR="5807" marT="5807" marB="0" anchor="ctr"/>
                </a:tc>
                <a:tc>
                  <a:txBody>
                    <a:bodyPr/>
                    <a:lstStyle/>
                    <a:p>
                      <a:pPr algn="ctr" fontAlgn="ctr">
                        <a:buNone/>
                      </a:pPr>
                      <a:r>
                        <a:rPr lang="en-PH" sz="2400" u="none" strike="noStrike">
                          <a:effectLst/>
                        </a:rPr>
                        <a:t>Examples</a:t>
                      </a:r>
                      <a:endParaRPr lang="en-PH" sz="2400" b="1" i="0" u="none" strike="noStrike">
                        <a:solidFill>
                          <a:srgbClr val="000000"/>
                        </a:solidFill>
                        <a:effectLst/>
                        <a:latin typeface="Aptos Narrow" panose="020B0004020202020204" pitchFamily="34" charset="0"/>
                      </a:endParaRPr>
                    </a:p>
                  </a:txBody>
                  <a:tcPr marL="5807" marR="5807" marT="5807" marB="0" anchor="ctr"/>
                </a:tc>
                <a:tc>
                  <a:txBody>
                    <a:bodyPr/>
                    <a:lstStyle/>
                    <a:p>
                      <a:pPr algn="ctr" fontAlgn="ctr">
                        <a:buNone/>
                      </a:pPr>
                      <a:r>
                        <a:rPr lang="en-PH" sz="2400" u="none" strike="noStrike">
                          <a:effectLst/>
                        </a:rPr>
                        <a:t>Major Uses</a:t>
                      </a:r>
                      <a:endParaRPr lang="en-PH" sz="2400" b="1" i="0" u="none" strike="noStrike">
                        <a:solidFill>
                          <a:srgbClr val="000000"/>
                        </a:solidFill>
                        <a:effectLst/>
                        <a:latin typeface="Aptos Narrow" panose="020B0004020202020204" pitchFamily="34" charset="0"/>
                      </a:endParaRPr>
                    </a:p>
                  </a:txBody>
                  <a:tcPr marL="5807" marR="5807" marT="5807" marB="0" anchor="ctr"/>
                </a:tc>
                <a:extLst>
                  <a:ext uri="{0D108BD9-81ED-4DB2-BD59-A6C34878D82A}">
                    <a16:rowId xmlns:a16="http://schemas.microsoft.com/office/drawing/2014/main" val="267308034"/>
                  </a:ext>
                </a:extLst>
              </a:tr>
              <a:tr h="1152029">
                <a:tc>
                  <a:txBody>
                    <a:bodyPr/>
                    <a:lstStyle/>
                    <a:p>
                      <a:pPr algn="l" fontAlgn="ctr">
                        <a:buNone/>
                      </a:pPr>
                      <a:r>
                        <a:rPr lang="en-PH" sz="2400" b="1" u="none" strike="noStrike" dirty="0">
                          <a:effectLst/>
                        </a:rPr>
                        <a:t>1. Surface water</a:t>
                      </a:r>
                      <a:endParaRPr lang="en-PH" sz="2400" b="1" i="0" u="none" strike="noStrike" dirty="0">
                        <a:solidFill>
                          <a:srgbClr val="000000"/>
                        </a:solidFill>
                        <a:effectLst/>
                        <a:latin typeface="Aptos Narrow" panose="020B0004020202020204" pitchFamily="34" charset="0"/>
                      </a:endParaRPr>
                    </a:p>
                  </a:txBody>
                  <a:tcPr marL="5807" marR="5807" marT="5807" marB="0" anchor="ctr"/>
                </a:tc>
                <a:tc>
                  <a:txBody>
                    <a:bodyPr/>
                    <a:lstStyle/>
                    <a:p>
                      <a:pPr algn="l" fontAlgn="ctr">
                        <a:buNone/>
                      </a:pPr>
                      <a:r>
                        <a:rPr lang="en-PH" sz="2400" u="none" strike="noStrike" dirty="0">
                          <a:effectLst/>
                        </a:rPr>
                        <a:t>Water found on Earth's surface.</a:t>
                      </a:r>
                      <a:endParaRPr lang="en-PH" sz="2400" b="0" i="0" u="none" strike="noStrike" dirty="0">
                        <a:solidFill>
                          <a:srgbClr val="000000"/>
                        </a:solidFill>
                        <a:effectLst/>
                        <a:latin typeface="Aptos Narrow" panose="020B0004020202020204" pitchFamily="34" charset="0"/>
                      </a:endParaRPr>
                    </a:p>
                  </a:txBody>
                  <a:tcPr marL="5807" marR="5807" marT="5807" marB="0" anchor="ctr"/>
                </a:tc>
                <a:tc>
                  <a:txBody>
                    <a:bodyPr/>
                    <a:lstStyle/>
                    <a:p>
                      <a:pPr algn="l" fontAlgn="ctr">
                        <a:buNone/>
                      </a:pPr>
                      <a:r>
                        <a:rPr lang="en-PH" sz="2400" u="none" strike="noStrike" dirty="0">
                          <a:effectLst/>
                        </a:rPr>
                        <a:t>Rivers, lakes, reservoirs, streams.</a:t>
                      </a:r>
                      <a:endParaRPr lang="en-PH" sz="2400" b="0" i="0" u="none" strike="noStrike" dirty="0">
                        <a:solidFill>
                          <a:srgbClr val="000000"/>
                        </a:solidFill>
                        <a:effectLst/>
                        <a:latin typeface="Aptos Narrow" panose="020B0004020202020204" pitchFamily="34" charset="0"/>
                      </a:endParaRPr>
                    </a:p>
                  </a:txBody>
                  <a:tcPr marL="5807" marR="5807" marT="5807" marB="0" anchor="ctr"/>
                </a:tc>
                <a:tc>
                  <a:txBody>
                    <a:bodyPr/>
                    <a:lstStyle/>
                    <a:p>
                      <a:pPr algn="l" fontAlgn="ctr">
                        <a:buNone/>
                      </a:pPr>
                      <a:r>
                        <a:rPr lang="en-PH" sz="2400" u="none" strike="noStrike" dirty="0">
                          <a:effectLst/>
                        </a:rPr>
                        <a:t>Drinking water, irrigation, industry.</a:t>
                      </a:r>
                      <a:endParaRPr lang="en-PH" sz="2400" b="0" i="0" u="none" strike="noStrike" dirty="0">
                        <a:solidFill>
                          <a:srgbClr val="000000"/>
                        </a:solidFill>
                        <a:effectLst/>
                        <a:latin typeface="Aptos Narrow" panose="020B0004020202020204" pitchFamily="34" charset="0"/>
                      </a:endParaRPr>
                    </a:p>
                  </a:txBody>
                  <a:tcPr marL="5807" marR="5807" marT="5807" marB="0" anchor="ctr"/>
                </a:tc>
                <a:extLst>
                  <a:ext uri="{0D108BD9-81ED-4DB2-BD59-A6C34878D82A}">
                    <a16:rowId xmlns:a16="http://schemas.microsoft.com/office/drawing/2014/main" val="11065516"/>
                  </a:ext>
                </a:extLst>
              </a:tr>
              <a:tr h="1152029">
                <a:tc>
                  <a:txBody>
                    <a:bodyPr/>
                    <a:lstStyle/>
                    <a:p>
                      <a:pPr algn="l" fontAlgn="ctr">
                        <a:buNone/>
                      </a:pPr>
                      <a:r>
                        <a:rPr lang="en-PH" sz="2400" b="1" u="none" strike="noStrike" dirty="0">
                          <a:effectLst/>
                        </a:rPr>
                        <a:t>2. Groundwater</a:t>
                      </a:r>
                      <a:endParaRPr lang="en-PH" sz="2400" b="1" i="0" u="none" strike="noStrike" dirty="0">
                        <a:solidFill>
                          <a:srgbClr val="000000"/>
                        </a:solidFill>
                        <a:effectLst/>
                        <a:latin typeface="Aptos Narrow" panose="020B0004020202020204" pitchFamily="34" charset="0"/>
                      </a:endParaRPr>
                    </a:p>
                  </a:txBody>
                  <a:tcPr marL="5807" marR="5807" marT="5807" marB="0" anchor="ctr"/>
                </a:tc>
                <a:tc>
                  <a:txBody>
                    <a:bodyPr/>
                    <a:lstStyle/>
                    <a:p>
                      <a:pPr algn="l" fontAlgn="ctr">
                        <a:buNone/>
                      </a:pPr>
                      <a:r>
                        <a:rPr lang="en-PH" sz="2400" u="none" strike="noStrike" dirty="0">
                          <a:effectLst/>
                        </a:rPr>
                        <a:t>Water stored beneath Earth's surface in soil and rocks.</a:t>
                      </a:r>
                      <a:endParaRPr lang="en-PH" sz="2400" b="0" i="0" u="none" strike="noStrike" dirty="0">
                        <a:solidFill>
                          <a:srgbClr val="000000"/>
                        </a:solidFill>
                        <a:effectLst/>
                        <a:latin typeface="Aptos Narrow" panose="020B0004020202020204" pitchFamily="34" charset="0"/>
                      </a:endParaRPr>
                    </a:p>
                  </a:txBody>
                  <a:tcPr marL="5807" marR="5807" marT="5807" marB="0" anchor="ctr"/>
                </a:tc>
                <a:tc>
                  <a:txBody>
                    <a:bodyPr/>
                    <a:lstStyle/>
                    <a:p>
                      <a:pPr algn="l" fontAlgn="ctr">
                        <a:buNone/>
                      </a:pPr>
                      <a:r>
                        <a:rPr lang="en-PH" sz="2400" u="none" strike="noStrike" dirty="0">
                          <a:effectLst/>
                        </a:rPr>
                        <a:t>Aquifers, wells</a:t>
                      </a:r>
                      <a:endParaRPr lang="en-PH" sz="2400" b="0" i="0" u="none" strike="noStrike" dirty="0">
                        <a:solidFill>
                          <a:srgbClr val="000000"/>
                        </a:solidFill>
                        <a:effectLst/>
                        <a:latin typeface="Aptos Narrow" panose="020B0004020202020204" pitchFamily="34" charset="0"/>
                      </a:endParaRPr>
                    </a:p>
                  </a:txBody>
                  <a:tcPr marL="5807" marR="5807" marT="5807" marB="0" anchor="ctr"/>
                </a:tc>
                <a:tc>
                  <a:txBody>
                    <a:bodyPr/>
                    <a:lstStyle/>
                    <a:p>
                      <a:pPr algn="l" fontAlgn="ctr">
                        <a:buNone/>
                      </a:pPr>
                      <a:r>
                        <a:rPr lang="en-PH" sz="2400" u="none" strike="noStrike" dirty="0">
                          <a:effectLst/>
                        </a:rPr>
                        <a:t>Drinking water, irrigation, industry.</a:t>
                      </a:r>
                      <a:endParaRPr lang="en-PH" sz="2400" b="0" i="0" u="none" strike="noStrike" dirty="0">
                        <a:solidFill>
                          <a:srgbClr val="000000"/>
                        </a:solidFill>
                        <a:effectLst/>
                        <a:latin typeface="Aptos Narrow" panose="020B0004020202020204" pitchFamily="34" charset="0"/>
                      </a:endParaRPr>
                    </a:p>
                  </a:txBody>
                  <a:tcPr marL="5807" marR="5807" marT="5807" marB="0" anchor="ctr"/>
                </a:tc>
                <a:extLst>
                  <a:ext uri="{0D108BD9-81ED-4DB2-BD59-A6C34878D82A}">
                    <a16:rowId xmlns:a16="http://schemas.microsoft.com/office/drawing/2014/main" val="900048022"/>
                  </a:ext>
                </a:extLst>
              </a:tr>
              <a:tr h="1152029">
                <a:tc>
                  <a:txBody>
                    <a:bodyPr/>
                    <a:lstStyle/>
                    <a:p>
                      <a:pPr algn="l" fontAlgn="ctr">
                        <a:buNone/>
                      </a:pPr>
                      <a:r>
                        <a:rPr lang="en-PH" sz="2400" b="1" u="none" strike="noStrike" dirty="0">
                          <a:effectLst/>
                        </a:rPr>
                        <a:t>3. Rainwater</a:t>
                      </a:r>
                      <a:endParaRPr lang="en-PH" sz="2400" b="1" i="0" u="none" strike="noStrike" dirty="0">
                        <a:solidFill>
                          <a:srgbClr val="000000"/>
                        </a:solidFill>
                        <a:effectLst/>
                        <a:latin typeface="Aptos Narrow" panose="020B0004020202020204" pitchFamily="34" charset="0"/>
                      </a:endParaRPr>
                    </a:p>
                  </a:txBody>
                  <a:tcPr marL="5807" marR="5807" marT="5807" marB="0" anchor="ctr"/>
                </a:tc>
                <a:tc>
                  <a:txBody>
                    <a:bodyPr/>
                    <a:lstStyle/>
                    <a:p>
                      <a:pPr algn="l" fontAlgn="ctr">
                        <a:buNone/>
                      </a:pPr>
                      <a:r>
                        <a:rPr lang="en-PH" sz="2400" u="none" strike="noStrike" dirty="0">
                          <a:effectLst/>
                        </a:rPr>
                        <a:t>Water collected from rainfall.</a:t>
                      </a:r>
                      <a:endParaRPr lang="en-PH" sz="2400" b="0" i="0" u="none" strike="noStrike" dirty="0">
                        <a:solidFill>
                          <a:srgbClr val="000000"/>
                        </a:solidFill>
                        <a:effectLst/>
                        <a:latin typeface="Aptos Narrow" panose="020B0004020202020204" pitchFamily="34" charset="0"/>
                      </a:endParaRPr>
                    </a:p>
                  </a:txBody>
                  <a:tcPr marL="5807" marR="5807" marT="5807" marB="0" anchor="ctr"/>
                </a:tc>
                <a:tc>
                  <a:txBody>
                    <a:bodyPr/>
                    <a:lstStyle/>
                    <a:p>
                      <a:pPr algn="l" fontAlgn="ctr">
                        <a:buNone/>
                      </a:pPr>
                      <a:r>
                        <a:rPr lang="en-PH" sz="2400" u="none" strike="noStrike" dirty="0">
                          <a:effectLst/>
                        </a:rPr>
                        <a:t>Rainwater harvesting systems.</a:t>
                      </a:r>
                      <a:endParaRPr lang="en-PH" sz="2400" b="0" i="0" u="none" strike="noStrike" dirty="0">
                        <a:solidFill>
                          <a:srgbClr val="000000"/>
                        </a:solidFill>
                        <a:effectLst/>
                        <a:latin typeface="Aptos Narrow" panose="020B0004020202020204" pitchFamily="34" charset="0"/>
                      </a:endParaRPr>
                    </a:p>
                  </a:txBody>
                  <a:tcPr marL="5807" marR="5807" marT="5807" marB="0" anchor="ctr"/>
                </a:tc>
                <a:tc>
                  <a:txBody>
                    <a:bodyPr/>
                    <a:lstStyle/>
                    <a:p>
                      <a:pPr algn="l" fontAlgn="ctr">
                        <a:buNone/>
                      </a:pPr>
                      <a:r>
                        <a:rPr lang="en-PH" sz="2400" u="none" strike="noStrike" dirty="0">
                          <a:effectLst/>
                        </a:rPr>
                        <a:t>Household use, irrigation, gardening.</a:t>
                      </a:r>
                      <a:endParaRPr lang="en-PH" sz="2400" b="0" i="0" u="none" strike="noStrike" dirty="0">
                        <a:solidFill>
                          <a:srgbClr val="000000"/>
                        </a:solidFill>
                        <a:effectLst/>
                        <a:latin typeface="Aptos Narrow" panose="020B0004020202020204" pitchFamily="34" charset="0"/>
                      </a:endParaRPr>
                    </a:p>
                  </a:txBody>
                  <a:tcPr marL="5807" marR="5807" marT="5807" marB="0" anchor="ctr"/>
                </a:tc>
                <a:extLst>
                  <a:ext uri="{0D108BD9-81ED-4DB2-BD59-A6C34878D82A}">
                    <a16:rowId xmlns:a16="http://schemas.microsoft.com/office/drawing/2014/main" val="4070670001"/>
                  </a:ext>
                </a:extLst>
              </a:tr>
            </a:tbl>
          </a:graphicData>
        </a:graphic>
      </p:graphicFrame>
    </p:spTree>
    <p:extLst>
      <p:ext uri="{BB962C8B-B14F-4D97-AF65-F5344CB8AC3E}">
        <p14:creationId xmlns:p14="http://schemas.microsoft.com/office/powerpoint/2010/main" val="3277140055"/>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98000"/>
                <a:satMod val="110000"/>
                <a:lumMod val="86000"/>
              </a:schemeClr>
            </a:gs>
          </a:gsLst>
          <a:path path="circle">
            <a:fillToRect l="50000" t="50000" r="100000" b="100000"/>
          </a:path>
        </a:gradFill>
        <a:effectLst/>
      </p:bgPr>
    </p:bg>
    <p:spTree>
      <p:nvGrpSpPr>
        <p:cNvPr id="1" name="">
          <a:extLst>
            <a:ext uri="{FF2B5EF4-FFF2-40B4-BE49-F238E27FC236}">
              <a16:creationId xmlns:a16="http://schemas.microsoft.com/office/drawing/2014/main" id="{206C8B97-F0FE-B656-D303-D25FFDD3FD4B}"/>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0C97E5C-C165-417B-BBDE-6701E226BE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5D0E1C6-221C-4835-B0D4-24184F6B6E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98F2782-0AD1-4AB6-BBB8-3BA1BB416C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643468"/>
            <a:ext cx="10905067" cy="55710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 1">
            <a:extLst>
              <a:ext uri="{FF2B5EF4-FFF2-40B4-BE49-F238E27FC236}">
                <a16:creationId xmlns:a16="http://schemas.microsoft.com/office/drawing/2014/main" id="{1A199276-0EDA-2188-2CEE-250E1D9EE99B}"/>
              </a:ext>
            </a:extLst>
          </p:cNvPr>
          <p:cNvGraphicFramePr>
            <a:graphicFrameLocks noGrp="1"/>
          </p:cNvGraphicFramePr>
          <p:nvPr>
            <p:extLst>
              <p:ext uri="{D42A27DB-BD31-4B8C-83A1-F6EECF244321}">
                <p14:modId xmlns:p14="http://schemas.microsoft.com/office/powerpoint/2010/main" val="2412763550"/>
              </p:ext>
            </p:extLst>
          </p:nvPr>
        </p:nvGraphicFramePr>
        <p:xfrm>
          <a:off x="1120478" y="1039102"/>
          <a:ext cx="9951042" cy="4779795"/>
        </p:xfrm>
        <a:graphic>
          <a:graphicData uri="http://schemas.openxmlformats.org/drawingml/2006/table">
            <a:tbl>
              <a:tblPr firstRow="1" bandRow="1">
                <a:tableStyleId>{5C22544A-7EE6-4342-B048-85BDC9FD1C3A}</a:tableStyleId>
              </a:tblPr>
              <a:tblGrid>
                <a:gridCol w="2275865">
                  <a:extLst>
                    <a:ext uri="{9D8B030D-6E8A-4147-A177-3AD203B41FA5}">
                      <a16:colId xmlns:a16="http://schemas.microsoft.com/office/drawing/2014/main" val="2493129496"/>
                    </a:ext>
                  </a:extLst>
                </a:gridCol>
                <a:gridCol w="3038105">
                  <a:extLst>
                    <a:ext uri="{9D8B030D-6E8A-4147-A177-3AD203B41FA5}">
                      <a16:colId xmlns:a16="http://schemas.microsoft.com/office/drawing/2014/main" val="3303780220"/>
                    </a:ext>
                  </a:extLst>
                </a:gridCol>
                <a:gridCol w="2045594">
                  <a:extLst>
                    <a:ext uri="{9D8B030D-6E8A-4147-A177-3AD203B41FA5}">
                      <a16:colId xmlns:a16="http://schemas.microsoft.com/office/drawing/2014/main" val="895392354"/>
                    </a:ext>
                  </a:extLst>
                </a:gridCol>
                <a:gridCol w="2591478">
                  <a:extLst>
                    <a:ext uri="{9D8B030D-6E8A-4147-A177-3AD203B41FA5}">
                      <a16:colId xmlns:a16="http://schemas.microsoft.com/office/drawing/2014/main" val="1015266573"/>
                    </a:ext>
                  </a:extLst>
                </a:gridCol>
              </a:tblGrid>
              <a:tr h="671369">
                <a:tc>
                  <a:txBody>
                    <a:bodyPr/>
                    <a:lstStyle/>
                    <a:p>
                      <a:pPr algn="ctr" fontAlgn="ctr">
                        <a:buNone/>
                      </a:pPr>
                      <a:r>
                        <a:rPr lang="en-PH" sz="2400" u="none" strike="noStrike" dirty="0">
                          <a:effectLst/>
                        </a:rPr>
                        <a:t>Water Resource</a:t>
                      </a:r>
                      <a:endParaRPr lang="en-PH" sz="2400" b="1" i="0" u="none" strike="noStrike" dirty="0">
                        <a:solidFill>
                          <a:srgbClr val="000000"/>
                        </a:solidFill>
                        <a:effectLst/>
                        <a:latin typeface="Aptos Narrow" panose="020B0004020202020204" pitchFamily="34" charset="0"/>
                      </a:endParaRPr>
                    </a:p>
                  </a:txBody>
                  <a:tcPr marL="4983" marR="4983" marT="4983" marB="0" anchor="ctr"/>
                </a:tc>
                <a:tc>
                  <a:txBody>
                    <a:bodyPr/>
                    <a:lstStyle/>
                    <a:p>
                      <a:pPr algn="ctr" fontAlgn="ctr">
                        <a:buNone/>
                      </a:pPr>
                      <a:r>
                        <a:rPr lang="en-PH" sz="2400" u="none" strike="noStrike">
                          <a:effectLst/>
                        </a:rPr>
                        <a:t>Description</a:t>
                      </a:r>
                      <a:endParaRPr lang="en-PH" sz="2400" b="1" i="0" u="none" strike="noStrike">
                        <a:solidFill>
                          <a:srgbClr val="000000"/>
                        </a:solidFill>
                        <a:effectLst/>
                        <a:latin typeface="Aptos Narrow" panose="020B0004020202020204" pitchFamily="34" charset="0"/>
                      </a:endParaRPr>
                    </a:p>
                  </a:txBody>
                  <a:tcPr marL="4983" marR="4983" marT="4983" marB="0" anchor="ctr"/>
                </a:tc>
                <a:tc>
                  <a:txBody>
                    <a:bodyPr/>
                    <a:lstStyle/>
                    <a:p>
                      <a:pPr algn="ctr" fontAlgn="ctr">
                        <a:buNone/>
                      </a:pPr>
                      <a:r>
                        <a:rPr lang="en-PH" sz="2400" u="none" strike="noStrike">
                          <a:effectLst/>
                        </a:rPr>
                        <a:t>Examples</a:t>
                      </a:r>
                      <a:endParaRPr lang="en-PH" sz="2400" b="1" i="0" u="none" strike="noStrike">
                        <a:solidFill>
                          <a:srgbClr val="000000"/>
                        </a:solidFill>
                        <a:effectLst/>
                        <a:latin typeface="Aptos Narrow" panose="020B0004020202020204" pitchFamily="34" charset="0"/>
                      </a:endParaRPr>
                    </a:p>
                  </a:txBody>
                  <a:tcPr marL="4983" marR="4983" marT="4983" marB="0" anchor="ctr"/>
                </a:tc>
                <a:tc>
                  <a:txBody>
                    <a:bodyPr/>
                    <a:lstStyle/>
                    <a:p>
                      <a:pPr algn="ctr" fontAlgn="ctr">
                        <a:buNone/>
                      </a:pPr>
                      <a:r>
                        <a:rPr lang="en-PH" sz="2400" u="none" strike="noStrike" dirty="0">
                          <a:effectLst/>
                        </a:rPr>
                        <a:t>Major Uses</a:t>
                      </a:r>
                      <a:endParaRPr lang="en-PH" sz="2400" b="1" i="0" u="none" strike="noStrike" dirty="0">
                        <a:solidFill>
                          <a:srgbClr val="000000"/>
                        </a:solidFill>
                        <a:effectLst/>
                        <a:latin typeface="Aptos Narrow" panose="020B0004020202020204" pitchFamily="34" charset="0"/>
                      </a:endParaRPr>
                    </a:p>
                  </a:txBody>
                  <a:tcPr marL="4983" marR="4983" marT="4983" marB="0" anchor="ctr"/>
                </a:tc>
                <a:extLst>
                  <a:ext uri="{0D108BD9-81ED-4DB2-BD59-A6C34878D82A}">
                    <a16:rowId xmlns:a16="http://schemas.microsoft.com/office/drawing/2014/main" val="267308034"/>
                  </a:ext>
                </a:extLst>
              </a:tr>
              <a:tr h="988696">
                <a:tc>
                  <a:txBody>
                    <a:bodyPr/>
                    <a:lstStyle/>
                    <a:p>
                      <a:pPr algn="l" fontAlgn="ctr">
                        <a:buNone/>
                      </a:pPr>
                      <a:r>
                        <a:rPr lang="en-PH" sz="2400" b="1" u="none" strike="noStrike" dirty="0">
                          <a:effectLst/>
                        </a:rPr>
                        <a:t>4. Glaciers and ice caps</a:t>
                      </a:r>
                      <a:endParaRPr lang="en-PH" sz="2400" b="1" i="0" u="none" strike="noStrike" dirty="0">
                        <a:solidFill>
                          <a:srgbClr val="000000"/>
                        </a:solidFill>
                        <a:effectLst/>
                        <a:latin typeface="Aptos Narrow" panose="020B0004020202020204" pitchFamily="34" charset="0"/>
                      </a:endParaRPr>
                    </a:p>
                  </a:txBody>
                  <a:tcPr marL="4983" marR="4983" marT="4983" marB="0" anchor="ctr"/>
                </a:tc>
                <a:tc>
                  <a:txBody>
                    <a:bodyPr/>
                    <a:lstStyle/>
                    <a:p>
                      <a:pPr algn="l" fontAlgn="ctr">
                        <a:buNone/>
                      </a:pPr>
                      <a:r>
                        <a:rPr lang="en-PH" sz="2400" u="none" strike="noStrike" dirty="0">
                          <a:effectLst/>
                        </a:rPr>
                        <a:t>Frozen freshwater stored as ice.</a:t>
                      </a:r>
                      <a:endParaRPr lang="en-PH" sz="2400" b="0" i="0" u="none" strike="noStrike" dirty="0">
                        <a:solidFill>
                          <a:srgbClr val="000000"/>
                        </a:solidFill>
                        <a:effectLst/>
                        <a:latin typeface="Aptos Narrow" panose="020B0004020202020204" pitchFamily="34" charset="0"/>
                      </a:endParaRPr>
                    </a:p>
                  </a:txBody>
                  <a:tcPr marL="4983" marR="4983" marT="4983" marB="0" anchor="ctr"/>
                </a:tc>
                <a:tc>
                  <a:txBody>
                    <a:bodyPr/>
                    <a:lstStyle/>
                    <a:p>
                      <a:pPr algn="l" fontAlgn="ctr">
                        <a:buNone/>
                      </a:pPr>
                      <a:r>
                        <a:rPr lang="en-PH" sz="2400" u="none" strike="noStrike" dirty="0">
                          <a:effectLst/>
                        </a:rPr>
                        <a:t>Mountain glaciers, polar ice.</a:t>
                      </a:r>
                      <a:endParaRPr lang="en-PH" sz="2400" b="0" i="0" u="none" strike="noStrike" dirty="0">
                        <a:solidFill>
                          <a:srgbClr val="000000"/>
                        </a:solidFill>
                        <a:effectLst/>
                        <a:latin typeface="Aptos Narrow" panose="020B0004020202020204" pitchFamily="34" charset="0"/>
                      </a:endParaRPr>
                    </a:p>
                  </a:txBody>
                  <a:tcPr marL="4983" marR="4983" marT="4983" marB="0" anchor="ctr"/>
                </a:tc>
                <a:tc>
                  <a:txBody>
                    <a:bodyPr/>
                    <a:lstStyle/>
                    <a:p>
                      <a:pPr algn="l" fontAlgn="ctr">
                        <a:buNone/>
                      </a:pPr>
                      <a:r>
                        <a:rPr lang="en-PH" sz="2400" u="none" strike="noStrike" dirty="0">
                          <a:effectLst/>
                        </a:rPr>
                        <a:t>Important freshwater storage</a:t>
                      </a:r>
                      <a:endParaRPr lang="en-PH" sz="2400" b="0" i="0" u="none" strike="noStrike" dirty="0">
                        <a:solidFill>
                          <a:srgbClr val="000000"/>
                        </a:solidFill>
                        <a:effectLst/>
                        <a:latin typeface="Aptos Narrow" panose="020B0004020202020204" pitchFamily="34" charset="0"/>
                      </a:endParaRPr>
                    </a:p>
                  </a:txBody>
                  <a:tcPr marL="4983" marR="4983" marT="4983" marB="0" anchor="ctr"/>
                </a:tc>
                <a:extLst>
                  <a:ext uri="{0D108BD9-81ED-4DB2-BD59-A6C34878D82A}">
                    <a16:rowId xmlns:a16="http://schemas.microsoft.com/office/drawing/2014/main" val="2314856802"/>
                  </a:ext>
                </a:extLst>
              </a:tr>
              <a:tr h="988696">
                <a:tc>
                  <a:txBody>
                    <a:bodyPr/>
                    <a:lstStyle/>
                    <a:p>
                      <a:pPr algn="l" fontAlgn="ctr">
                        <a:buNone/>
                      </a:pPr>
                      <a:r>
                        <a:rPr lang="en-PH" sz="2400" b="1" u="none" strike="noStrike" dirty="0">
                          <a:effectLst/>
                        </a:rPr>
                        <a:t>5. Wetlands</a:t>
                      </a:r>
                      <a:endParaRPr lang="en-PH" sz="2400" b="1" i="0" u="none" strike="noStrike" dirty="0">
                        <a:solidFill>
                          <a:srgbClr val="000000"/>
                        </a:solidFill>
                        <a:effectLst/>
                        <a:latin typeface="Aptos Narrow" panose="020B0004020202020204" pitchFamily="34" charset="0"/>
                      </a:endParaRPr>
                    </a:p>
                  </a:txBody>
                  <a:tcPr marL="4983" marR="4983" marT="4983" marB="0" anchor="ctr"/>
                </a:tc>
                <a:tc>
                  <a:txBody>
                    <a:bodyPr/>
                    <a:lstStyle/>
                    <a:p>
                      <a:pPr algn="l" fontAlgn="ctr">
                        <a:buNone/>
                      </a:pPr>
                      <a:r>
                        <a:rPr lang="en-PH" sz="2400" u="none" strike="noStrike" dirty="0">
                          <a:effectLst/>
                        </a:rPr>
                        <a:t>Areas where water covers or saturates the soil.</a:t>
                      </a:r>
                      <a:endParaRPr lang="en-PH" sz="2400" b="0" i="0" u="none" strike="noStrike" dirty="0">
                        <a:solidFill>
                          <a:srgbClr val="000000"/>
                        </a:solidFill>
                        <a:effectLst/>
                        <a:latin typeface="Aptos Narrow" panose="020B0004020202020204" pitchFamily="34" charset="0"/>
                      </a:endParaRPr>
                    </a:p>
                  </a:txBody>
                  <a:tcPr marL="4983" marR="4983" marT="4983" marB="0" anchor="ctr"/>
                </a:tc>
                <a:tc>
                  <a:txBody>
                    <a:bodyPr/>
                    <a:lstStyle/>
                    <a:p>
                      <a:pPr algn="l" fontAlgn="ctr">
                        <a:buNone/>
                      </a:pPr>
                      <a:r>
                        <a:rPr lang="en-PH" sz="2400" u="none" strike="noStrike" dirty="0">
                          <a:effectLst/>
                        </a:rPr>
                        <a:t>Marshes, swamps, mangroves.</a:t>
                      </a:r>
                      <a:endParaRPr lang="en-PH" sz="2400" b="0" i="0" u="none" strike="noStrike" dirty="0">
                        <a:solidFill>
                          <a:srgbClr val="000000"/>
                        </a:solidFill>
                        <a:effectLst/>
                        <a:latin typeface="Aptos Narrow" panose="020B0004020202020204" pitchFamily="34" charset="0"/>
                      </a:endParaRPr>
                    </a:p>
                  </a:txBody>
                  <a:tcPr marL="4983" marR="4983" marT="4983" marB="0" anchor="ctr"/>
                </a:tc>
                <a:tc>
                  <a:txBody>
                    <a:bodyPr/>
                    <a:lstStyle/>
                    <a:p>
                      <a:pPr algn="l" fontAlgn="ctr">
                        <a:buNone/>
                      </a:pPr>
                      <a:r>
                        <a:rPr lang="en-PH" sz="2400" u="none" strike="noStrike" dirty="0">
                          <a:effectLst/>
                        </a:rPr>
                        <a:t>Flood control, water filtration, habitat.</a:t>
                      </a:r>
                      <a:endParaRPr lang="en-PH" sz="2400" b="0" i="0" u="none" strike="noStrike" dirty="0">
                        <a:solidFill>
                          <a:srgbClr val="000000"/>
                        </a:solidFill>
                        <a:effectLst/>
                        <a:latin typeface="Aptos Narrow" panose="020B0004020202020204" pitchFamily="34" charset="0"/>
                      </a:endParaRPr>
                    </a:p>
                  </a:txBody>
                  <a:tcPr marL="4983" marR="4983" marT="4983" marB="0" anchor="ctr"/>
                </a:tc>
                <a:extLst>
                  <a:ext uri="{0D108BD9-81ED-4DB2-BD59-A6C34878D82A}">
                    <a16:rowId xmlns:a16="http://schemas.microsoft.com/office/drawing/2014/main" val="1548059607"/>
                  </a:ext>
                </a:extLst>
              </a:tr>
              <a:tr h="671369">
                <a:tc>
                  <a:txBody>
                    <a:bodyPr/>
                    <a:lstStyle/>
                    <a:p>
                      <a:pPr algn="l" fontAlgn="ctr">
                        <a:buNone/>
                      </a:pPr>
                      <a:r>
                        <a:rPr lang="en-PH" sz="2400" b="1" u="none" strike="noStrike" dirty="0">
                          <a:effectLst/>
                        </a:rPr>
                        <a:t>6. Seawater</a:t>
                      </a:r>
                      <a:endParaRPr lang="en-PH" sz="2400" b="1" i="0" u="none" strike="noStrike" dirty="0">
                        <a:solidFill>
                          <a:srgbClr val="000000"/>
                        </a:solidFill>
                        <a:effectLst/>
                        <a:latin typeface="Aptos Narrow" panose="020B0004020202020204" pitchFamily="34" charset="0"/>
                      </a:endParaRPr>
                    </a:p>
                  </a:txBody>
                  <a:tcPr marL="4983" marR="4983" marT="4983" marB="0" anchor="ctr"/>
                </a:tc>
                <a:tc>
                  <a:txBody>
                    <a:bodyPr/>
                    <a:lstStyle/>
                    <a:p>
                      <a:pPr algn="l" fontAlgn="ctr">
                        <a:buNone/>
                      </a:pPr>
                      <a:r>
                        <a:rPr lang="en-PH" sz="2400" u="none" strike="noStrike" dirty="0">
                          <a:effectLst/>
                        </a:rPr>
                        <a:t>Saltwater found in oceans and seas.</a:t>
                      </a:r>
                      <a:endParaRPr lang="en-PH" sz="2400" b="0" i="0" u="none" strike="noStrike" dirty="0">
                        <a:solidFill>
                          <a:srgbClr val="000000"/>
                        </a:solidFill>
                        <a:effectLst/>
                        <a:latin typeface="Aptos Narrow" panose="020B0004020202020204" pitchFamily="34" charset="0"/>
                      </a:endParaRPr>
                    </a:p>
                  </a:txBody>
                  <a:tcPr marL="4983" marR="4983" marT="4983" marB="0" anchor="ctr"/>
                </a:tc>
                <a:tc>
                  <a:txBody>
                    <a:bodyPr/>
                    <a:lstStyle/>
                    <a:p>
                      <a:pPr algn="l" fontAlgn="ctr">
                        <a:buNone/>
                      </a:pPr>
                      <a:r>
                        <a:rPr lang="en-PH" sz="2400" u="none" strike="noStrike" dirty="0">
                          <a:effectLst/>
                        </a:rPr>
                        <a:t>Pacific Ocean, Philippine Sea.</a:t>
                      </a:r>
                      <a:endParaRPr lang="en-PH" sz="2400" b="0" i="0" u="none" strike="noStrike" dirty="0">
                        <a:solidFill>
                          <a:srgbClr val="000000"/>
                        </a:solidFill>
                        <a:effectLst/>
                        <a:latin typeface="Aptos Narrow" panose="020B0004020202020204" pitchFamily="34" charset="0"/>
                      </a:endParaRPr>
                    </a:p>
                  </a:txBody>
                  <a:tcPr marL="4983" marR="4983" marT="4983" marB="0" anchor="ctr"/>
                </a:tc>
                <a:tc>
                  <a:txBody>
                    <a:bodyPr/>
                    <a:lstStyle/>
                    <a:p>
                      <a:pPr algn="l" fontAlgn="ctr">
                        <a:buNone/>
                      </a:pPr>
                      <a:r>
                        <a:rPr lang="en-PH" sz="2400" u="none" strike="noStrike" dirty="0">
                          <a:effectLst/>
                        </a:rPr>
                        <a:t>Fisheries, transport, desalination.</a:t>
                      </a:r>
                      <a:endParaRPr lang="en-PH" sz="2400" b="0" i="0" u="none" strike="noStrike" dirty="0">
                        <a:solidFill>
                          <a:srgbClr val="000000"/>
                        </a:solidFill>
                        <a:effectLst/>
                        <a:latin typeface="Aptos Narrow" panose="020B0004020202020204" pitchFamily="34" charset="0"/>
                      </a:endParaRPr>
                    </a:p>
                  </a:txBody>
                  <a:tcPr marL="4983" marR="4983" marT="4983" marB="0" anchor="ctr"/>
                </a:tc>
                <a:extLst>
                  <a:ext uri="{0D108BD9-81ED-4DB2-BD59-A6C34878D82A}">
                    <a16:rowId xmlns:a16="http://schemas.microsoft.com/office/drawing/2014/main" val="3216352386"/>
                  </a:ext>
                </a:extLst>
              </a:tr>
              <a:tr h="988696">
                <a:tc>
                  <a:txBody>
                    <a:bodyPr/>
                    <a:lstStyle/>
                    <a:p>
                      <a:pPr algn="l" fontAlgn="ctr">
                        <a:buNone/>
                      </a:pPr>
                      <a:r>
                        <a:rPr lang="en-PH" sz="2400" b="1" u="none" strike="noStrike" dirty="0">
                          <a:effectLst/>
                        </a:rPr>
                        <a:t>7. Atmospheric water</a:t>
                      </a:r>
                      <a:endParaRPr lang="en-PH" sz="2400" b="1" i="0" u="none" strike="noStrike" dirty="0">
                        <a:solidFill>
                          <a:srgbClr val="000000"/>
                        </a:solidFill>
                        <a:effectLst/>
                        <a:latin typeface="Aptos Narrow" panose="020B0004020202020204" pitchFamily="34" charset="0"/>
                      </a:endParaRPr>
                    </a:p>
                  </a:txBody>
                  <a:tcPr marL="4983" marR="4983" marT="4983" marB="0" anchor="ctr"/>
                </a:tc>
                <a:tc>
                  <a:txBody>
                    <a:bodyPr/>
                    <a:lstStyle/>
                    <a:p>
                      <a:pPr algn="l" fontAlgn="ctr">
                        <a:buNone/>
                      </a:pPr>
                      <a:r>
                        <a:rPr lang="en-PH" sz="2400" u="none" strike="noStrike" dirty="0">
                          <a:effectLst/>
                        </a:rPr>
                        <a:t>Water present in the atmosphere as vapor or clouds.</a:t>
                      </a:r>
                      <a:endParaRPr lang="en-PH" sz="2400" b="0" i="0" u="none" strike="noStrike" dirty="0">
                        <a:solidFill>
                          <a:srgbClr val="000000"/>
                        </a:solidFill>
                        <a:effectLst/>
                        <a:latin typeface="Aptos Narrow" panose="020B0004020202020204" pitchFamily="34" charset="0"/>
                      </a:endParaRPr>
                    </a:p>
                  </a:txBody>
                  <a:tcPr marL="4983" marR="4983" marT="4983" marB="0" anchor="ctr"/>
                </a:tc>
                <a:tc>
                  <a:txBody>
                    <a:bodyPr/>
                    <a:lstStyle/>
                    <a:p>
                      <a:pPr algn="l" fontAlgn="ctr">
                        <a:buNone/>
                      </a:pPr>
                      <a:r>
                        <a:rPr lang="en-PH" sz="2400" u="none" strike="noStrike" dirty="0">
                          <a:effectLst/>
                        </a:rPr>
                        <a:t>Water vapor, clouds.</a:t>
                      </a:r>
                      <a:endParaRPr lang="en-PH" sz="2400" b="0" i="0" u="none" strike="noStrike" dirty="0">
                        <a:solidFill>
                          <a:srgbClr val="000000"/>
                        </a:solidFill>
                        <a:effectLst/>
                        <a:latin typeface="Aptos Narrow" panose="020B0004020202020204" pitchFamily="34" charset="0"/>
                      </a:endParaRPr>
                    </a:p>
                  </a:txBody>
                  <a:tcPr marL="4983" marR="4983" marT="4983" marB="0" anchor="ctr"/>
                </a:tc>
                <a:tc>
                  <a:txBody>
                    <a:bodyPr/>
                    <a:lstStyle/>
                    <a:p>
                      <a:pPr algn="l" fontAlgn="ctr">
                        <a:buNone/>
                      </a:pPr>
                      <a:r>
                        <a:rPr lang="en-PH" sz="2400" u="none" strike="noStrike" dirty="0">
                          <a:effectLst/>
                        </a:rPr>
                        <a:t>Part of the water cycle.</a:t>
                      </a:r>
                      <a:endParaRPr lang="en-PH" sz="2400" b="0" i="0" u="none" strike="noStrike" dirty="0">
                        <a:solidFill>
                          <a:srgbClr val="000000"/>
                        </a:solidFill>
                        <a:effectLst/>
                        <a:latin typeface="Aptos Narrow" panose="020B0004020202020204" pitchFamily="34" charset="0"/>
                      </a:endParaRPr>
                    </a:p>
                  </a:txBody>
                  <a:tcPr marL="4983" marR="4983" marT="4983" marB="0" anchor="ctr"/>
                </a:tc>
                <a:extLst>
                  <a:ext uri="{0D108BD9-81ED-4DB2-BD59-A6C34878D82A}">
                    <a16:rowId xmlns:a16="http://schemas.microsoft.com/office/drawing/2014/main" val="4180935636"/>
                  </a:ext>
                </a:extLst>
              </a:tr>
            </a:tbl>
          </a:graphicData>
        </a:graphic>
      </p:graphicFrame>
    </p:spTree>
    <p:extLst>
      <p:ext uri="{BB962C8B-B14F-4D97-AF65-F5344CB8AC3E}">
        <p14:creationId xmlns:p14="http://schemas.microsoft.com/office/powerpoint/2010/main" val="3781961596"/>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98000"/>
                <a:satMod val="110000"/>
                <a:lumMod val="86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0C97E5C-C165-417B-BBDE-6701E226BE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5D0E1C6-221C-4835-B0D4-24184F6B6E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98F2782-0AD1-4AB6-BBB8-3BA1BB416C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643468"/>
            <a:ext cx="10905067" cy="55710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 1">
            <a:extLst>
              <a:ext uri="{FF2B5EF4-FFF2-40B4-BE49-F238E27FC236}">
                <a16:creationId xmlns:a16="http://schemas.microsoft.com/office/drawing/2014/main" id="{84D56275-037A-8D24-E2AB-957AD5B26925}"/>
              </a:ext>
            </a:extLst>
          </p:cNvPr>
          <p:cNvGraphicFramePr>
            <a:graphicFrameLocks noGrp="1"/>
          </p:cNvGraphicFramePr>
          <p:nvPr>
            <p:extLst>
              <p:ext uri="{D42A27DB-BD31-4B8C-83A1-F6EECF244321}">
                <p14:modId xmlns:p14="http://schemas.microsoft.com/office/powerpoint/2010/main" val="3536305522"/>
              </p:ext>
            </p:extLst>
          </p:nvPr>
        </p:nvGraphicFramePr>
        <p:xfrm>
          <a:off x="1207563" y="923086"/>
          <a:ext cx="9951042" cy="4800744"/>
        </p:xfrm>
        <a:graphic>
          <a:graphicData uri="http://schemas.openxmlformats.org/drawingml/2006/table">
            <a:tbl>
              <a:tblPr firstRow="1" bandRow="1">
                <a:tableStyleId>{21E4AEA4-8DFA-4A89-87EB-49C32662AFE0}</a:tableStyleId>
              </a:tblPr>
              <a:tblGrid>
                <a:gridCol w="2000286">
                  <a:extLst>
                    <a:ext uri="{9D8B030D-6E8A-4147-A177-3AD203B41FA5}">
                      <a16:colId xmlns:a16="http://schemas.microsoft.com/office/drawing/2014/main" val="657212203"/>
                    </a:ext>
                  </a:extLst>
                </a:gridCol>
                <a:gridCol w="4467603">
                  <a:extLst>
                    <a:ext uri="{9D8B030D-6E8A-4147-A177-3AD203B41FA5}">
                      <a16:colId xmlns:a16="http://schemas.microsoft.com/office/drawing/2014/main" val="266953601"/>
                    </a:ext>
                  </a:extLst>
                </a:gridCol>
                <a:gridCol w="3483153">
                  <a:extLst>
                    <a:ext uri="{9D8B030D-6E8A-4147-A177-3AD203B41FA5}">
                      <a16:colId xmlns:a16="http://schemas.microsoft.com/office/drawing/2014/main" val="665268723"/>
                    </a:ext>
                  </a:extLst>
                </a:gridCol>
              </a:tblGrid>
              <a:tr h="673356">
                <a:tc>
                  <a:txBody>
                    <a:bodyPr/>
                    <a:lstStyle/>
                    <a:p>
                      <a:pPr algn="ctr" fontAlgn="ctr">
                        <a:buNone/>
                      </a:pPr>
                      <a:r>
                        <a:rPr lang="en-PH" sz="2400" u="none" strike="noStrike" dirty="0">
                          <a:effectLst/>
                        </a:rPr>
                        <a:t>Water Resource Issue</a:t>
                      </a:r>
                      <a:endParaRPr lang="en-PH" sz="2400" b="1" i="0" u="none" strike="noStrike" dirty="0">
                        <a:solidFill>
                          <a:srgbClr val="000000"/>
                        </a:solidFill>
                        <a:effectLst/>
                        <a:latin typeface="Aptos Narrow" panose="020B0004020202020204" pitchFamily="34" charset="0"/>
                      </a:endParaRPr>
                    </a:p>
                  </a:txBody>
                  <a:tcPr marL="7644" marR="7644" marT="7644" marB="0" anchor="ctr"/>
                </a:tc>
                <a:tc>
                  <a:txBody>
                    <a:bodyPr/>
                    <a:lstStyle/>
                    <a:p>
                      <a:pPr algn="ctr" fontAlgn="ctr">
                        <a:buNone/>
                      </a:pPr>
                      <a:endParaRPr lang="en-PH" sz="2400" b="1" i="0" u="none" strike="noStrike" dirty="0">
                        <a:solidFill>
                          <a:srgbClr val="000000"/>
                        </a:solidFill>
                        <a:effectLst/>
                        <a:latin typeface="Aptos Narrow" panose="020B0004020202020204" pitchFamily="34" charset="0"/>
                      </a:endParaRPr>
                    </a:p>
                  </a:txBody>
                  <a:tcPr marL="7644" marR="7644" marT="7644" marB="0" anchor="ctr"/>
                </a:tc>
                <a:tc>
                  <a:txBody>
                    <a:bodyPr/>
                    <a:lstStyle/>
                    <a:p>
                      <a:pPr algn="ctr" fontAlgn="ctr">
                        <a:buNone/>
                      </a:pPr>
                      <a:r>
                        <a:rPr lang="en-PH" sz="2400" u="none" strike="noStrike">
                          <a:effectLst/>
                        </a:rPr>
                        <a:t>Possible Effects</a:t>
                      </a:r>
                      <a:endParaRPr lang="en-PH" sz="2400" b="1" i="0" u="none" strike="noStrike">
                        <a:solidFill>
                          <a:srgbClr val="000000"/>
                        </a:solidFill>
                        <a:effectLst/>
                        <a:latin typeface="Aptos Narrow" panose="020B0004020202020204" pitchFamily="34" charset="0"/>
                      </a:endParaRPr>
                    </a:p>
                  </a:txBody>
                  <a:tcPr marL="7644" marR="7644" marT="7644" marB="0" anchor="ctr"/>
                </a:tc>
                <a:extLst>
                  <a:ext uri="{0D108BD9-81ED-4DB2-BD59-A6C34878D82A}">
                    <a16:rowId xmlns:a16="http://schemas.microsoft.com/office/drawing/2014/main" val="232109941"/>
                  </a:ext>
                </a:extLst>
              </a:tr>
              <a:tr h="673356">
                <a:tc>
                  <a:txBody>
                    <a:bodyPr/>
                    <a:lstStyle/>
                    <a:p>
                      <a:pPr algn="l" fontAlgn="ctr">
                        <a:buNone/>
                      </a:pPr>
                      <a:r>
                        <a:rPr lang="en-PH" sz="2400" b="1" u="none" strike="noStrike" dirty="0">
                          <a:effectLst/>
                        </a:rPr>
                        <a:t>1. Water scarcity</a:t>
                      </a:r>
                      <a:endParaRPr lang="en-PH" sz="2400" b="1" i="0" u="none" strike="noStrike" dirty="0">
                        <a:solidFill>
                          <a:srgbClr val="000000"/>
                        </a:solidFill>
                        <a:effectLst/>
                        <a:latin typeface="Aptos Narrow" panose="020B0004020202020204" pitchFamily="34" charset="0"/>
                      </a:endParaRPr>
                    </a:p>
                  </a:txBody>
                  <a:tcPr marL="7644" marR="7644" marT="7644" marB="0" anchor="ctr"/>
                </a:tc>
                <a:tc>
                  <a:txBody>
                    <a:bodyPr/>
                    <a:lstStyle/>
                    <a:p>
                      <a:pPr algn="l" fontAlgn="ctr">
                        <a:buNone/>
                      </a:pPr>
                      <a:r>
                        <a:rPr lang="en-PH" sz="2400" u="none" strike="noStrike" dirty="0">
                          <a:effectLst/>
                        </a:rPr>
                        <a:t>Available water is insufficient to meet demand.</a:t>
                      </a:r>
                      <a:endParaRPr lang="en-PH" sz="2400" b="0" i="0" u="none" strike="noStrike" dirty="0">
                        <a:solidFill>
                          <a:srgbClr val="000000"/>
                        </a:solidFill>
                        <a:effectLst/>
                        <a:latin typeface="Aptos Narrow" panose="020B0004020202020204" pitchFamily="34" charset="0"/>
                      </a:endParaRPr>
                    </a:p>
                  </a:txBody>
                  <a:tcPr marL="7644" marR="7644" marT="7644" marB="0" anchor="ctr"/>
                </a:tc>
                <a:tc>
                  <a:txBody>
                    <a:bodyPr/>
                    <a:lstStyle/>
                    <a:p>
                      <a:pPr algn="l" fontAlgn="ctr">
                        <a:buNone/>
                      </a:pPr>
                      <a:r>
                        <a:rPr lang="en-PH" sz="2400" u="none" strike="noStrike" dirty="0">
                          <a:effectLst/>
                        </a:rPr>
                        <a:t>Shortage of drinking and irrigation water.</a:t>
                      </a:r>
                      <a:endParaRPr lang="en-PH" sz="2400" b="0" i="0" u="none" strike="noStrike" dirty="0">
                        <a:solidFill>
                          <a:srgbClr val="000000"/>
                        </a:solidFill>
                        <a:effectLst/>
                        <a:latin typeface="Aptos Narrow" panose="020B0004020202020204" pitchFamily="34" charset="0"/>
                      </a:endParaRPr>
                    </a:p>
                  </a:txBody>
                  <a:tcPr marL="7644" marR="7644" marT="7644" marB="0" anchor="ctr"/>
                </a:tc>
                <a:extLst>
                  <a:ext uri="{0D108BD9-81ED-4DB2-BD59-A6C34878D82A}">
                    <a16:rowId xmlns:a16="http://schemas.microsoft.com/office/drawing/2014/main" val="1532650682"/>
                  </a:ext>
                </a:extLst>
              </a:tr>
              <a:tr h="376163">
                <a:tc>
                  <a:txBody>
                    <a:bodyPr/>
                    <a:lstStyle/>
                    <a:p>
                      <a:pPr algn="l" fontAlgn="ctr">
                        <a:buNone/>
                      </a:pPr>
                      <a:r>
                        <a:rPr lang="en-PH" sz="2400" b="1" u="none" strike="noStrike" dirty="0">
                          <a:effectLst/>
                        </a:rPr>
                        <a:t>2. Water pollution</a:t>
                      </a:r>
                      <a:endParaRPr lang="en-PH" sz="2400" b="1" i="0" u="none" strike="noStrike" dirty="0">
                        <a:solidFill>
                          <a:srgbClr val="000000"/>
                        </a:solidFill>
                        <a:effectLst/>
                        <a:latin typeface="Aptos Narrow" panose="020B0004020202020204" pitchFamily="34" charset="0"/>
                      </a:endParaRPr>
                    </a:p>
                  </a:txBody>
                  <a:tcPr marL="7644" marR="7644" marT="7644" marB="0" anchor="ctr"/>
                </a:tc>
                <a:tc>
                  <a:txBody>
                    <a:bodyPr/>
                    <a:lstStyle/>
                    <a:p>
                      <a:pPr algn="l" fontAlgn="ctr">
                        <a:buNone/>
                      </a:pPr>
                      <a:r>
                        <a:rPr lang="en-PH" sz="2400" u="none" strike="noStrike" dirty="0">
                          <a:effectLst/>
                        </a:rPr>
                        <a:t>Harmful substances enter water bodies.</a:t>
                      </a:r>
                      <a:endParaRPr lang="en-PH" sz="2400" b="0" i="0" u="none" strike="noStrike" dirty="0">
                        <a:solidFill>
                          <a:srgbClr val="000000"/>
                        </a:solidFill>
                        <a:effectLst/>
                        <a:latin typeface="Aptos Narrow" panose="020B0004020202020204" pitchFamily="34" charset="0"/>
                      </a:endParaRPr>
                    </a:p>
                  </a:txBody>
                  <a:tcPr marL="7644" marR="7644" marT="7644" marB="0" anchor="ctr"/>
                </a:tc>
                <a:tc>
                  <a:txBody>
                    <a:bodyPr/>
                    <a:lstStyle/>
                    <a:p>
                      <a:pPr algn="l" fontAlgn="ctr">
                        <a:buNone/>
                      </a:pPr>
                      <a:r>
                        <a:rPr lang="en-PH" sz="2400" u="none" strike="noStrike" dirty="0">
                          <a:effectLst/>
                        </a:rPr>
                        <a:t>Diseases, ecosystem damage.</a:t>
                      </a:r>
                      <a:endParaRPr lang="en-PH" sz="2400" b="0" i="0" u="none" strike="noStrike" dirty="0">
                        <a:solidFill>
                          <a:srgbClr val="000000"/>
                        </a:solidFill>
                        <a:effectLst/>
                        <a:latin typeface="Aptos Narrow" panose="020B0004020202020204" pitchFamily="34" charset="0"/>
                      </a:endParaRPr>
                    </a:p>
                  </a:txBody>
                  <a:tcPr marL="7644" marR="7644" marT="7644" marB="0" anchor="ctr"/>
                </a:tc>
                <a:extLst>
                  <a:ext uri="{0D108BD9-81ED-4DB2-BD59-A6C34878D82A}">
                    <a16:rowId xmlns:a16="http://schemas.microsoft.com/office/drawing/2014/main" val="335534413"/>
                  </a:ext>
                </a:extLst>
              </a:tr>
              <a:tr h="673356">
                <a:tc>
                  <a:txBody>
                    <a:bodyPr/>
                    <a:lstStyle/>
                    <a:p>
                      <a:pPr algn="l" fontAlgn="ctr">
                        <a:buNone/>
                      </a:pPr>
                      <a:r>
                        <a:rPr lang="en-PH" sz="2400" b="1" u="none" strike="noStrike" dirty="0">
                          <a:effectLst/>
                        </a:rPr>
                        <a:t>3. Over-extraction</a:t>
                      </a:r>
                      <a:endParaRPr lang="en-PH" sz="2400" b="1" i="0" u="none" strike="noStrike" dirty="0">
                        <a:solidFill>
                          <a:srgbClr val="000000"/>
                        </a:solidFill>
                        <a:effectLst/>
                        <a:latin typeface="Aptos Narrow" panose="020B0004020202020204" pitchFamily="34" charset="0"/>
                      </a:endParaRPr>
                    </a:p>
                  </a:txBody>
                  <a:tcPr marL="7644" marR="7644" marT="7644" marB="0" anchor="ctr"/>
                </a:tc>
                <a:tc>
                  <a:txBody>
                    <a:bodyPr/>
                    <a:lstStyle/>
                    <a:p>
                      <a:pPr algn="l" fontAlgn="ctr">
                        <a:buNone/>
                      </a:pPr>
                      <a:r>
                        <a:rPr lang="en-PH" sz="2400" u="none" strike="noStrike" dirty="0">
                          <a:effectLst/>
                        </a:rPr>
                        <a:t>Water is removed faster than it is naturally replenished.</a:t>
                      </a:r>
                      <a:endParaRPr lang="en-PH" sz="2400" b="0" i="0" u="none" strike="noStrike" dirty="0">
                        <a:solidFill>
                          <a:srgbClr val="000000"/>
                        </a:solidFill>
                        <a:effectLst/>
                        <a:latin typeface="Aptos Narrow" panose="020B0004020202020204" pitchFamily="34" charset="0"/>
                      </a:endParaRPr>
                    </a:p>
                  </a:txBody>
                  <a:tcPr marL="7644" marR="7644" marT="7644" marB="0" anchor="ctr"/>
                </a:tc>
                <a:tc>
                  <a:txBody>
                    <a:bodyPr/>
                    <a:lstStyle/>
                    <a:p>
                      <a:pPr algn="l" fontAlgn="ctr">
                        <a:buNone/>
                      </a:pPr>
                      <a:r>
                        <a:rPr lang="en-PH" sz="2400" u="none" strike="noStrike" dirty="0">
                          <a:effectLst/>
                        </a:rPr>
                        <a:t>Declining groundwater levels.</a:t>
                      </a:r>
                      <a:endParaRPr lang="en-PH" sz="2400" b="0" i="0" u="none" strike="noStrike" dirty="0">
                        <a:solidFill>
                          <a:srgbClr val="000000"/>
                        </a:solidFill>
                        <a:effectLst/>
                        <a:latin typeface="Aptos Narrow" panose="020B0004020202020204" pitchFamily="34" charset="0"/>
                      </a:endParaRPr>
                    </a:p>
                  </a:txBody>
                  <a:tcPr marL="7644" marR="7644" marT="7644" marB="0" anchor="ctr"/>
                </a:tc>
                <a:extLst>
                  <a:ext uri="{0D108BD9-81ED-4DB2-BD59-A6C34878D82A}">
                    <a16:rowId xmlns:a16="http://schemas.microsoft.com/office/drawing/2014/main" val="3379597502"/>
                  </a:ext>
                </a:extLst>
              </a:tr>
              <a:tr h="673356">
                <a:tc>
                  <a:txBody>
                    <a:bodyPr/>
                    <a:lstStyle/>
                    <a:p>
                      <a:pPr algn="l" fontAlgn="ctr">
                        <a:buNone/>
                      </a:pPr>
                      <a:r>
                        <a:rPr lang="en-PH" sz="2400" b="1" u="none" strike="noStrike" dirty="0">
                          <a:effectLst/>
                        </a:rPr>
                        <a:t>4. Drought</a:t>
                      </a:r>
                      <a:endParaRPr lang="en-PH" sz="2400" b="1" i="0" u="none" strike="noStrike" dirty="0">
                        <a:solidFill>
                          <a:srgbClr val="000000"/>
                        </a:solidFill>
                        <a:effectLst/>
                        <a:latin typeface="Aptos Narrow" panose="020B0004020202020204" pitchFamily="34" charset="0"/>
                      </a:endParaRPr>
                    </a:p>
                  </a:txBody>
                  <a:tcPr marL="7644" marR="7644" marT="7644" marB="0" anchor="ctr"/>
                </a:tc>
                <a:tc>
                  <a:txBody>
                    <a:bodyPr/>
                    <a:lstStyle/>
                    <a:p>
                      <a:pPr algn="l" fontAlgn="ctr">
                        <a:buNone/>
                      </a:pPr>
                      <a:r>
                        <a:rPr lang="en-PH" sz="2400" u="none" strike="noStrike" dirty="0">
                          <a:effectLst/>
                        </a:rPr>
                        <a:t>Long period of unusually low rainfall.</a:t>
                      </a:r>
                      <a:endParaRPr lang="en-PH" sz="2400" b="0" i="0" u="none" strike="noStrike" dirty="0">
                        <a:solidFill>
                          <a:srgbClr val="000000"/>
                        </a:solidFill>
                        <a:effectLst/>
                        <a:latin typeface="Aptos Narrow" panose="020B0004020202020204" pitchFamily="34" charset="0"/>
                      </a:endParaRPr>
                    </a:p>
                  </a:txBody>
                  <a:tcPr marL="7644" marR="7644" marT="7644" marB="0" anchor="ctr"/>
                </a:tc>
                <a:tc>
                  <a:txBody>
                    <a:bodyPr/>
                    <a:lstStyle/>
                    <a:p>
                      <a:pPr algn="l" fontAlgn="ctr">
                        <a:buNone/>
                      </a:pPr>
                      <a:r>
                        <a:rPr lang="en-PH" sz="2400" u="none" strike="noStrike" dirty="0">
                          <a:effectLst/>
                        </a:rPr>
                        <a:t>Agricultural losses and water shortages.</a:t>
                      </a:r>
                      <a:endParaRPr lang="en-PH" sz="2400" b="0" i="0" u="none" strike="noStrike" dirty="0">
                        <a:solidFill>
                          <a:srgbClr val="000000"/>
                        </a:solidFill>
                        <a:effectLst/>
                        <a:latin typeface="Aptos Narrow" panose="020B0004020202020204" pitchFamily="34" charset="0"/>
                      </a:endParaRPr>
                    </a:p>
                  </a:txBody>
                  <a:tcPr marL="7644" marR="7644" marT="7644" marB="0" anchor="ctr"/>
                </a:tc>
                <a:extLst>
                  <a:ext uri="{0D108BD9-81ED-4DB2-BD59-A6C34878D82A}">
                    <a16:rowId xmlns:a16="http://schemas.microsoft.com/office/drawing/2014/main" val="722968538"/>
                  </a:ext>
                </a:extLst>
              </a:tr>
              <a:tr h="673356">
                <a:tc>
                  <a:txBody>
                    <a:bodyPr/>
                    <a:lstStyle/>
                    <a:p>
                      <a:pPr algn="l" fontAlgn="ctr">
                        <a:buNone/>
                      </a:pPr>
                      <a:r>
                        <a:rPr lang="en-PH" sz="2400" b="1" u="none" strike="noStrike" dirty="0">
                          <a:effectLst/>
                        </a:rPr>
                        <a:t>5. Flooding</a:t>
                      </a:r>
                      <a:endParaRPr lang="en-PH" sz="2400" b="1" i="0" u="none" strike="noStrike" dirty="0">
                        <a:solidFill>
                          <a:srgbClr val="000000"/>
                        </a:solidFill>
                        <a:effectLst/>
                        <a:latin typeface="Aptos Narrow" panose="020B0004020202020204" pitchFamily="34" charset="0"/>
                      </a:endParaRPr>
                    </a:p>
                  </a:txBody>
                  <a:tcPr marL="7644" marR="7644" marT="7644" marB="0" anchor="ctr"/>
                </a:tc>
                <a:tc>
                  <a:txBody>
                    <a:bodyPr/>
                    <a:lstStyle/>
                    <a:p>
                      <a:pPr algn="l" fontAlgn="ctr">
                        <a:buNone/>
                      </a:pPr>
                      <a:r>
                        <a:rPr lang="en-PH" sz="2400" u="none" strike="noStrike" dirty="0">
                          <a:effectLst/>
                        </a:rPr>
                        <a:t>Excess water covers normally dry land.</a:t>
                      </a:r>
                      <a:endParaRPr lang="en-PH" sz="2400" b="0" i="0" u="none" strike="noStrike" dirty="0">
                        <a:solidFill>
                          <a:srgbClr val="000000"/>
                        </a:solidFill>
                        <a:effectLst/>
                        <a:latin typeface="Aptos Narrow" panose="020B0004020202020204" pitchFamily="34" charset="0"/>
                      </a:endParaRPr>
                    </a:p>
                  </a:txBody>
                  <a:tcPr marL="7644" marR="7644" marT="7644" marB="0" anchor="ctr"/>
                </a:tc>
                <a:tc>
                  <a:txBody>
                    <a:bodyPr/>
                    <a:lstStyle/>
                    <a:p>
                      <a:pPr algn="l" fontAlgn="ctr">
                        <a:buNone/>
                      </a:pPr>
                      <a:r>
                        <a:rPr lang="en-PH" sz="2400" u="none" strike="noStrike" dirty="0">
                          <a:effectLst/>
                        </a:rPr>
                        <a:t>Property damage, erosion, displacement.</a:t>
                      </a:r>
                      <a:endParaRPr lang="en-PH" sz="2400" b="0" i="0" u="none" strike="noStrike" dirty="0">
                        <a:solidFill>
                          <a:srgbClr val="000000"/>
                        </a:solidFill>
                        <a:effectLst/>
                        <a:latin typeface="Aptos Narrow" panose="020B0004020202020204" pitchFamily="34" charset="0"/>
                      </a:endParaRPr>
                    </a:p>
                  </a:txBody>
                  <a:tcPr marL="7644" marR="7644" marT="7644" marB="0" anchor="ctr"/>
                </a:tc>
                <a:extLst>
                  <a:ext uri="{0D108BD9-81ED-4DB2-BD59-A6C34878D82A}">
                    <a16:rowId xmlns:a16="http://schemas.microsoft.com/office/drawing/2014/main" val="158083856"/>
                  </a:ext>
                </a:extLst>
              </a:tr>
            </a:tbl>
          </a:graphicData>
        </a:graphic>
      </p:graphicFrame>
    </p:spTree>
    <p:extLst>
      <p:ext uri="{BB962C8B-B14F-4D97-AF65-F5344CB8AC3E}">
        <p14:creationId xmlns:p14="http://schemas.microsoft.com/office/powerpoint/2010/main" val="1251185915"/>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0D72D-94AC-F0A9-FB5E-F12F7D2F684D}"/>
              </a:ext>
            </a:extLst>
          </p:cNvPr>
          <p:cNvSpPr>
            <a:spLocks noGrp="1"/>
          </p:cNvSpPr>
          <p:nvPr>
            <p:ph type="title"/>
          </p:nvPr>
        </p:nvSpPr>
        <p:spPr/>
        <p:txBody>
          <a:bodyPr/>
          <a:lstStyle/>
          <a:p>
            <a:r>
              <a:rPr lang="en-PH"/>
              <a:t>WATER SCARCITY</a:t>
            </a:r>
            <a:endParaRPr lang="en-PH" dirty="0"/>
          </a:p>
        </p:txBody>
      </p:sp>
      <p:sp>
        <p:nvSpPr>
          <p:cNvPr id="3" name="Content Placeholder 2">
            <a:extLst>
              <a:ext uri="{FF2B5EF4-FFF2-40B4-BE49-F238E27FC236}">
                <a16:creationId xmlns:a16="http://schemas.microsoft.com/office/drawing/2014/main" id="{100F388F-FB6E-9806-EF6F-A99863A0F8C6}"/>
              </a:ext>
            </a:extLst>
          </p:cNvPr>
          <p:cNvSpPr>
            <a:spLocks noGrp="1"/>
          </p:cNvSpPr>
          <p:nvPr>
            <p:ph idx="1"/>
          </p:nvPr>
        </p:nvSpPr>
        <p:spPr/>
        <p:txBody>
          <a:bodyPr/>
          <a:lstStyle/>
          <a:p>
            <a:r>
              <a:rPr lang="en-PH" sz="2800" b="1" dirty="0"/>
              <a:t>Water scarcity</a:t>
            </a:r>
            <a:r>
              <a:rPr lang="en-PH" sz="2800" dirty="0"/>
              <a:t> occurs when the available water supply is insufficient to meet the needs of people, agriculture, industry, and ecosystems.</a:t>
            </a:r>
          </a:p>
          <a:p>
            <a:endParaRPr lang="en-PH" sz="2800" dirty="0"/>
          </a:p>
          <a:p>
            <a:endParaRPr lang="en-PH" sz="2800" dirty="0"/>
          </a:p>
          <a:p>
            <a:endParaRPr lang="en-PH" sz="2800" dirty="0"/>
          </a:p>
          <a:p>
            <a:endParaRPr lang="en-PH" sz="2800" dirty="0"/>
          </a:p>
          <a:p>
            <a:endParaRPr lang="en-PH" dirty="0"/>
          </a:p>
        </p:txBody>
      </p:sp>
      <p:graphicFrame>
        <p:nvGraphicFramePr>
          <p:cNvPr id="6" name="Table 5">
            <a:extLst>
              <a:ext uri="{FF2B5EF4-FFF2-40B4-BE49-F238E27FC236}">
                <a16:creationId xmlns:a16="http://schemas.microsoft.com/office/drawing/2014/main" id="{F7667A88-91ED-619F-EED2-E5D22682A8C5}"/>
              </a:ext>
            </a:extLst>
          </p:cNvPr>
          <p:cNvGraphicFramePr>
            <a:graphicFrameLocks noGrp="1"/>
          </p:cNvGraphicFramePr>
          <p:nvPr>
            <p:extLst>
              <p:ext uri="{D42A27DB-BD31-4B8C-83A1-F6EECF244321}">
                <p14:modId xmlns:p14="http://schemas.microsoft.com/office/powerpoint/2010/main" val="2147690831"/>
              </p:ext>
            </p:extLst>
          </p:nvPr>
        </p:nvGraphicFramePr>
        <p:xfrm>
          <a:off x="933519" y="3603171"/>
          <a:ext cx="10550910" cy="2385479"/>
        </p:xfrm>
        <a:graphic>
          <a:graphicData uri="http://schemas.openxmlformats.org/drawingml/2006/table">
            <a:tbl>
              <a:tblPr>
                <a:tableStyleId>{5C22544A-7EE6-4342-B048-85BDC9FD1C3A}</a:tableStyleId>
              </a:tblPr>
              <a:tblGrid>
                <a:gridCol w="2905660">
                  <a:extLst>
                    <a:ext uri="{9D8B030D-6E8A-4147-A177-3AD203B41FA5}">
                      <a16:colId xmlns:a16="http://schemas.microsoft.com/office/drawing/2014/main" val="784539576"/>
                    </a:ext>
                  </a:extLst>
                </a:gridCol>
                <a:gridCol w="3846488">
                  <a:extLst>
                    <a:ext uri="{9D8B030D-6E8A-4147-A177-3AD203B41FA5}">
                      <a16:colId xmlns:a16="http://schemas.microsoft.com/office/drawing/2014/main" val="1360498698"/>
                    </a:ext>
                  </a:extLst>
                </a:gridCol>
                <a:gridCol w="3798762">
                  <a:extLst>
                    <a:ext uri="{9D8B030D-6E8A-4147-A177-3AD203B41FA5}">
                      <a16:colId xmlns:a16="http://schemas.microsoft.com/office/drawing/2014/main" val="2926421904"/>
                    </a:ext>
                  </a:extLst>
                </a:gridCol>
              </a:tblGrid>
              <a:tr h="881917">
                <a:tc>
                  <a:txBody>
                    <a:bodyPr/>
                    <a:lstStyle/>
                    <a:p>
                      <a:pPr algn="l" fontAlgn="ctr">
                        <a:buNone/>
                      </a:pPr>
                      <a:r>
                        <a:rPr lang="en-PH" sz="2400" b="1" u="none" strike="noStrike" dirty="0">
                          <a:effectLst/>
                        </a:rPr>
                        <a:t>1. Physical water scarcity</a:t>
                      </a:r>
                      <a:endParaRPr lang="en-PH" sz="2400" b="1" i="0" u="none" strike="noStrike" dirty="0">
                        <a:solidFill>
                          <a:srgbClr val="000000"/>
                        </a:solidFill>
                        <a:effectLst/>
                        <a:latin typeface="Aptos Narrow" panose="020B0004020202020204" pitchFamily="34" charset="0"/>
                      </a:endParaRPr>
                    </a:p>
                  </a:txBody>
                  <a:tcPr marL="17142" marR="17142" marT="17142" marB="0" anchor="ctr"/>
                </a:tc>
                <a:tc>
                  <a:txBody>
                    <a:bodyPr/>
                    <a:lstStyle/>
                    <a:p>
                      <a:pPr algn="l" fontAlgn="ctr">
                        <a:buNone/>
                      </a:pPr>
                      <a:r>
                        <a:rPr lang="en-PH" sz="2400" u="none" strike="noStrike" dirty="0">
                          <a:effectLst/>
                        </a:rPr>
                        <a:t>There is </a:t>
                      </a:r>
                      <a:r>
                        <a:rPr lang="en-PH" sz="2400" b="1" u="none" strike="noStrike" dirty="0">
                          <a:effectLst/>
                        </a:rPr>
                        <a:t>not enough water available naturally.</a:t>
                      </a:r>
                      <a:endParaRPr lang="en-PH" sz="2400" b="1" i="0" u="none" strike="noStrike" dirty="0">
                        <a:solidFill>
                          <a:srgbClr val="000000"/>
                        </a:solidFill>
                        <a:effectLst/>
                        <a:latin typeface="Aptos Narrow" panose="020B0004020202020204" pitchFamily="34" charset="0"/>
                      </a:endParaRPr>
                    </a:p>
                  </a:txBody>
                  <a:tcPr marL="17142" marR="17142" marT="17142" marB="0" anchor="ctr"/>
                </a:tc>
                <a:tc>
                  <a:txBody>
                    <a:bodyPr/>
                    <a:lstStyle/>
                    <a:p>
                      <a:pPr algn="l" fontAlgn="ctr">
                        <a:buNone/>
                      </a:pPr>
                      <a:r>
                        <a:rPr lang="en-PH" sz="2400" u="none" strike="noStrike" dirty="0">
                          <a:effectLst/>
                        </a:rPr>
                        <a:t>A region experiences prolonged drought.</a:t>
                      </a:r>
                      <a:endParaRPr lang="en-PH" sz="2400" b="0" i="0" u="none" strike="noStrike" dirty="0">
                        <a:solidFill>
                          <a:srgbClr val="000000"/>
                        </a:solidFill>
                        <a:effectLst/>
                        <a:latin typeface="Aptos Narrow" panose="020B0004020202020204" pitchFamily="34" charset="0"/>
                      </a:endParaRPr>
                    </a:p>
                  </a:txBody>
                  <a:tcPr marL="17142" marR="17142" marT="17142" marB="0" anchor="ctr"/>
                </a:tc>
                <a:extLst>
                  <a:ext uri="{0D108BD9-81ED-4DB2-BD59-A6C34878D82A}">
                    <a16:rowId xmlns:a16="http://schemas.microsoft.com/office/drawing/2014/main" val="4104993285"/>
                  </a:ext>
                </a:extLst>
              </a:tr>
              <a:tr h="1503562">
                <a:tc>
                  <a:txBody>
                    <a:bodyPr/>
                    <a:lstStyle/>
                    <a:p>
                      <a:pPr algn="l" fontAlgn="ctr">
                        <a:buNone/>
                      </a:pPr>
                      <a:r>
                        <a:rPr lang="en-PH" sz="2400" b="1" u="none" strike="noStrike" dirty="0">
                          <a:effectLst/>
                        </a:rPr>
                        <a:t>2. Economic water scarcity</a:t>
                      </a:r>
                      <a:endParaRPr lang="en-PH" sz="2400" b="1" i="0" u="none" strike="noStrike" dirty="0">
                        <a:solidFill>
                          <a:srgbClr val="000000"/>
                        </a:solidFill>
                        <a:effectLst/>
                        <a:latin typeface="Aptos Narrow" panose="020B0004020202020204" pitchFamily="34" charset="0"/>
                      </a:endParaRPr>
                    </a:p>
                  </a:txBody>
                  <a:tcPr marL="17142" marR="17142" marT="17142" marB="0" anchor="ctr"/>
                </a:tc>
                <a:tc>
                  <a:txBody>
                    <a:bodyPr/>
                    <a:lstStyle/>
                    <a:p>
                      <a:pPr algn="l" fontAlgn="ctr">
                        <a:buNone/>
                      </a:pPr>
                      <a:r>
                        <a:rPr lang="en-PH" sz="2400" u="none" strike="noStrike" dirty="0">
                          <a:effectLst/>
                        </a:rPr>
                        <a:t>Water may exist, but people </a:t>
                      </a:r>
                      <a:r>
                        <a:rPr lang="en-PH" sz="2400" b="1" u="none" strike="noStrike" dirty="0">
                          <a:effectLst/>
                        </a:rPr>
                        <a:t>lack adequate infrastructure or resources to access it.</a:t>
                      </a:r>
                      <a:endParaRPr lang="en-PH" sz="2400" b="1" i="0" u="none" strike="noStrike" dirty="0">
                        <a:solidFill>
                          <a:srgbClr val="000000"/>
                        </a:solidFill>
                        <a:effectLst/>
                        <a:latin typeface="Aptos Narrow" panose="020B0004020202020204" pitchFamily="34" charset="0"/>
                      </a:endParaRPr>
                    </a:p>
                  </a:txBody>
                  <a:tcPr marL="17142" marR="17142" marT="17142" marB="0" anchor="ctr"/>
                </a:tc>
                <a:tc>
                  <a:txBody>
                    <a:bodyPr/>
                    <a:lstStyle/>
                    <a:p>
                      <a:pPr algn="l" fontAlgn="ctr">
                        <a:buNone/>
                      </a:pPr>
                      <a:r>
                        <a:rPr lang="en-PH" sz="2400" u="none" strike="noStrike" dirty="0">
                          <a:effectLst/>
                        </a:rPr>
                        <a:t>A community has a water source but lacks treatment or distribution systems.</a:t>
                      </a:r>
                      <a:endParaRPr lang="en-PH" sz="2400" b="0" i="0" u="none" strike="noStrike" dirty="0">
                        <a:solidFill>
                          <a:srgbClr val="000000"/>
                        </a:solidFill>
                        <a:effectLst/>
                        <a:latin typeface="Aptos Narrow" panose="020B0004020202020204" pitchFamily="34" charset="0"/>
                      </a:endParaRPr>
                    </a:p>
                  </a:txBody>
                  <a:tcPr marL="17142" marR="17142" marT="17142" marB="0" anchor="ctr"/>
                </a:tc>
                <a:extLst>
                  <a:ext uri="{0D108BD9-81ED-4DB2-BD59-A6C34878D82A}">
                    <a16:rowId xmlns:a16="http://schemas.microsoft.com/office/drawing/2014/main" val="1720217164"/>
                  </a:ext>
                </a:extLst>
              </a:tr>
            </a:tbl>
          </a:graphicData>
        </a:graphic>
      </p:graphicFrame>
    </p:spTree>
    <p:extLst>
      <p:ext uri="{BB962C8B-B14F-4D97-AF65-F5344CB8AC3E}">
        <p14:creationId xmlns:p14="http://schemas.microsoft.com/office/powerpoint/2010/main" val="4004028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928117C-9446-4E7F-AE62-95E0F6DB5B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11" name="Rectangle 10">
            <a:extLst>
              <a:ext uri="{FF2B5EF4-FFF2-40B4-BE49-F238E27FC236}">
                <a16:creationId xmlns:a16="http://schemas.microsoft.com/office/drawing/2014/main" id="{84D30AFB-4D71-48B0-AA00-28EE92363A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13" name="Rectangle 12">
            <a:extLst>
              <a:ext uri="{FF2B5EF4-FFF2-40B4-BE49-F238E27FC236}">
                <a16:creationId xmlns:a16="http://schemas.microsoft.com/office/drawing/2014/main" id="{96A0B76F-8010-4C62-B4B6-C5FC438C0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15" name="Rectangle 14">
            <a:extLst>
              <a:ext uri="{FF2B5EF4-FFF2-40B4-BE49-F238E27FC236}">
                <a16:creationId xmlns:a16="http://schemas.microsoft.com/office/drawing/2014/main" id="{9FC936C0-4624-438D-BDD0-6B296BD640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useBgFill="1">
        <p:nvSpPr>
          <p:cNvPr id="17" name="Rectangle 16">
            <a:extLst>
              <a:ext uri="{FF2B5EF4-FFF2-40B4-BE49-F238E27FC236}">
                <a16:creationId xmlns:a16="http://schemas.microsoft.com/office/drawing/2014/main" id="{F34F34AF-75E7-4149-A3CF-2E483C744F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lastic water bottle floating on the water surface">
            <a:extLst>
              <a:ext uri="{FF2B5EF4-FFF2-40B4-BE49-F238E27FC236}">
                <a16:creationId xmlns:a16="http://schemas.microsoft.com/office/drawing/2014/main" id="{98E5A4DD-A437-E49D-EAE5-4D25EB668D7D}"/>
              </a:ext>
            </a:extLst>
          </p:cNvPr>
          <p:cNvPicPr>
            <a:picLocks noChangeAspect="1"/>
          </p:cNvPicPr>
          <p:nvPr/>
        </p:nvPicPr>
        <p:blipFill>
          <a:blip r:embed="rId2">
            <a:grayscl/>
          </a:blip>
          <a:srcRect t="15449" b="281"/>
          <a:stretch>
            <a:fillRect/>
          </a:stretch>
        </p:blipFill>
        <p:spPr>
          <a:xfrm>
            <a:off x="20" y="10"/>
            <a:ext cx="12191980" cy="6857990"/>
          </a:xfrm>
          <a:prstGeom prst="rect">
            <a:avLst/>
          </a:prstGeom>
        </p:spPr>
      </p:pic>
      <p:grpSp>
        <p:nvGrpSpPr>
          <p:cNvPr id="19" name="Group 18">
            <a:extLst>
              <a:ext uri="{FF2B5EF4-FFF2-40B4-BE49-F238E27FC236}">
                <a16:creationId xmlns:a16="http://schemas.microsoft.com/office/drawing/2014/main" id="{1654C7F9-AF92-42BD-A713-6B020F63B30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68" y="457200"/>
            <a:ext cx="3703320" cy="5935132"/>
            <a:chOff x="438068" y="457200"/>
            <a:chExt cx="3703320" cy="5935132"/>
          </a:xfrm>
        </p:grpSpPr>
        <p:sp>
          <p:nvSpPr>
            <p:cNvPr id="20" name="Rectangle 19">
              <a:extLst>
                <a:ext uri="{FF2B5EF4-FFF2-40B4-BE49-F238E27FC236}">
                  <a16:creationId xmlns:a16="http://schemas.microsoft.com/office/drawing/2014/main" id="{D4E3B121-1133-4B7A-BF30-80EF7C9F0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618067"/>
              <a:ext cx="3702134" cy="5774265"/>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21" name="Rectangle 20">
              <a:extLst>
                <a:ext uri="{FF2B5EF4-FFF2-40B4-BE49-F238E27FC236}">
                  <a16:creationId xmlns:a16="http://schemas.microsoft.com/office/drawing/2014/main" id="{8C0F23FC-3B0D-4C62-B729-C43F56DC11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grpSp>
      <p:sp>
        <p:nvSpPr>
          <p:cNvPr id="2" name="Title 1">
            <a:extLst>
              <a:ext uri="{FF2B5EF4-FFF2-40B4-BE49-F238E27FC236}">
                <a16:creationId xmlns:a16="http://schemas.microsoft.com/office/drawing/2014/main" id="{1B3925D2-A590-D78B-E2FA-EEFD68525981}"/>
              </a:ext>
            </a:extLst>
          </p:cNvPr>
          <p:cNvSpPr>
            <a:spLocks noGrp="1"/>
          </p:cNvSpPr>
          <p:nvPr>
            <p:ph type="title"/>
          </p:nvPr>
        </p:nvSpPr>
        <p:spPr>
          <a:xfrm>
            <a:off x="584200" y="2142068"/>
            <a:ext cx="3412067" cy="1167189"/>
          </a:xfrm>
        </p:spPr>
        <p:txBody>
          <a:bodyPr vert="horz" lIns="91440" tIns="45720" rIns="91440" bIns="45720" rtlCol="0" anchor="b">
            <a:normAutofit fontScale="90000"/>
          </a:bodyPr>
          <a:lstStyle/>
          <a:p>
            <a:r>
              <a:rPr lang="en-US" dirty="0">
                <a:solidFill>
                  <a:srgbClr val="FFFFFF"/>
                </a:solidFill>
              </a:rPr>
              <a:t>WATER POLLUTION</a:t>
            </a:r>
          </a:p>
        </p:txBody>
      </p:sp>
      <p:sp>
        <p:nvSpPr>
          <p:cNvPr id="3" name="Text Placeholder 2">
            <a:extLst>
              <a:ext uri="{FF2B5EF4-FFF2-40B4-BE49-F238E27FC236}">
                <a16:creationId xmlns:a16="http://schemas.microsoft.com/office/drawing/2014/main" id="{A8D467DE-A9C3-EC54-9C24-AC098C993A9D}"/>
              </a:ext>
            </a:extLst>
          </p:cNvPr>
          <p:cNvSpPr>
            <a:spLocks noGrp="1"/>
          </p:cNvSpPr>
          <p:nvPr>
            <p:ph type="body" idx="1"/>
          </p:nvPr>
        </p:nvSpPr>
        <p:spPr>
          <a:xfrm>
            <a:off x="584200" y="3929744"/>
            <a:ext cx="3412067" cy="1954590"/>
          </a:xfrm>
        </p:spPr>
        <p:txBody>
          <a:bodyPr vert="horz" lIns="91440" tIns="45720" rIns="91440" bIns="45720" rtlCol="0" anchor="t">
            <a:normAutofit/>
          </a:bodyPr>
          <a:lstStyle/>
          <a:p>
            <a:pPr algn="just">
              <a:lnSpc>
                <a:spcPct val="90000"/>
              </a:lnSpc>
            </a:pPr>
            <a:r>
              <a:rPr lang="en-US" sz="2400" cap="none" dirty="0">
                <a:solidFill>
                  <a:srgbClr val="EBEBEB"/>
                </a:solidFill>
              </a:rPr>
              <a:t>Water pollution occurs when harmful substances enter rivers, lakes, groundwater, oceans, or other water bodies.</a:t>
            </a:r>
          </a:p>
        </p:txBody>
      </p:sp>
    </p:spTree>
    <p:extLst>
      <p:ext uri="{BB962C8B-B14F-4D97-AF65-F5344CB8AC3E}">
        <p14:creationId xmlns:p14="http://schemas.microsoft.com/office/powerpoint/2010/main" val="17221100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BD6D3-0B71-F5D6-4CB6-9E0C1BBFF432}"/>
              </a:ext>
            </a:extLst>
          </p:cNvPr>
          <p:cNvSpPr>
            <a:spLocks noGrp="1"/>
          </p:cNvSpPr>
          <p:nvPr>
            <p:ph type="title"/>
          </p:nvPr>
        </p:nvSpPr>
        <p:spPr/>
        <p:txBody>
          <a:bodyPr/>
          <a:lstStyle/>
          <a:p>
            <a:r>
              <a:rPr lang="en-PH" dirty="0"/>
              <a:t>Common Sources of Water Pollution</a:t>
            </a:r>
          </a:p>
        </p:txBody>
      </p:sp>
      <p:graphicFrame>
        <p:nvGraphicFramePr>
          <p:cNvPr id="5" name="Table 4">
            <a:extLst>
              <a:ext uri="{FF2B5EF4-FFF2-40B4-BE49-F238E27FC236}">
                <a16:creationId xmlns:a16="http://schemas.microsoft.com/office/drawing/2014/main" id="{82731A1A-D5E0-5D5C-1C21-997CC6C62118}"/>
              </a:ext>
            </a:extLst>
          </p:cNvPr>
          <p:cNvGraphicFramePr>
            <a:graphicFrameLocks noGrp="1"/>
          </p:cNvGraphicFramePr>
          <p:nvPr>
            <p:extLst>
              <p:ext uri="{D42A27DB-BD31-4B8C-83A1-F6EECF244321}">
                <p14:modId xmlns:p14="http://schemas.microsoft.com/office/powerpoint/2010/main" val="164782833"/>
              </p:ext>
            </p:extLst>
          </p:nvPr>
        </p:nvGraphicFramePr>
        <p:xfrm>
          <a:off x="581191" y="2024742"/>
          <a:ext cx="11120951" cy="4632498"/>
        </p:xfrm>
        <a:graphic>
          <a:graphicData uri="http://schemas.openxmlformats.org/drawingml/2006/table">
            <a:tbl>
              <a:tblPr firstRow="1" bandRow="1">
                <a:tableStyleId>{073A0DAA-6AF3-43AB-8588-CEC1D06C72B9}</a:tableStyleId>
              </a:tblPr>
              <a:tblGrid>
                <a:gridCol w="1918242">
                  <a:extLst>
                    <a:ext uri="{9D8B030D-6E8A-4147-A177-3AD203B41FA5}">
                      <a16:colId xmlns:a16="http://schemas.microsoft.com/office/drawing/2014/main" val="978502945"/>
                    </a:ext>
                  </a:extLst>
                </a:gridCol>
                <a:gridCol w="4392490">
                  <a:extLst>
                    <a:ext uri="{9D8B030D-6E8A-4147-A177-3AD203B41FA5}">
                      <a16:colId xmlns:a16="http://schemas.microsoft.com/office/drawing/2014/main" val="3074000866"/>
                    </a:ext>
                  </a:extLst>
                </a:gridCol>
                <a:gridCol w="4810219">
                  <a:extLst>
                    <a:ext uri="{9D8B030D-6E8A-4147-A177-3AD203B41FA5}">
                      <a16:colId xmlns:a16="http://schemas.microsoft.com/office/drawing/2014/main" val="141263725"/>
                    </a:ext>
                  </a:extLst>
                </a:gridCol>
              </a:tblGrid>
              <a:tr h="362949">
                <a:tc>
                  <a:txBody>
                    <a:bodyPr/>
                    <a:lstStyle/>
                    <a:p>
                      <a:pPr algn="ctr" fontAlgn="ctr">
                        <a:buNone/>
                      </a:pPr>
                      <a:r>
                        <a:rPr lang="en-PH" sz="2400" u="none" strike="noStrike" dirty="0">
                          <a:effectLst/>
                        </a:rPr>
                        <a:t>Source</a:t>
                      </a:r>
                      <a:endParaRPr lang="en-PH" sz="2400" b="1" i="0" u="none" strike="noStrike" dirty="0">
                        <a:solidFill>
                          <a:srgbClr val="000000"/>
                        </a:solidFill>
                        <a:effectLst/>
                        <a:latin typeface="Aptos Narrow" panose="020B0004020202020204" pitchFamily="34" charset="0"/>
                      </a:endParaRPr>
                    </a:p>
                  </a:txBody>
                  <a:tcPr marL="7984" marR="7984" marT="7984" marB="0" anchor="ctr"/>
                </a:tc>
                <a:tc>
                  <a:txBody>
                    <a:bodyPr/>
                    <a:lstStyle/>
                    <a:p>
                      <a:pPr algn="ctr" fontAlgn="ctr">
                        <a:buNone/>
                      </a:pPr>
                      <a:r>
                        <a:rPr lang="en-PH" sz="2400" u="none" strike="noStrike" dirty="0">
                          <a:effectLst/>
                        </a:rPr>
                        <a:t>Examples</a:t>
                      </a:r>
                      <a:endParaRPr lang="en-PH" sz="2400" b="1" i="0" u="none" strike="noStrike" dirty="0">
                        <a:solidFill>
                          <a:srgbClr val="000000"/>
                        </a:solidFill>
                        <a:effectLst/>
                        <a:latin typeface="Aptos Narrow" panose="020B0004020202020204" pitchFamily="34" charset="0"/>
                      </a:endParaRPr>
                    </a:p>
                  </a:txBody>
                  <a:tcPr marL="7984" marR="7984" marT="7984" marB="0" anchor="ctr"/>
                </a:tc>
                <a:tc>
                  <a:txBody>
                    <a:bodyPr/>
                    <a:lstStyle/>
                    <a:p>
                      <a:pPr algn="ctr" fontAlgn="ctr">
                        <a:buNone/>
                      </a:pPr>
                      <a:r>
                        <a:rPr lang="en-PH" sz="2400" u="none" strike="noStrike">
                          <a:effectLst/>
                        </a:rPr>
                        <a:t>Possible Effects</a:t>
                      </a:r>
                      <a:endParaRPr lang="en-PH" sz="2400" b="1" i="0" u="none" strike="noStrike">
                        <a:solidFill>
                          <a:srgbClr val="000000"/>
                        </a:solidFill>
                        <a:effectLst/>
                        <a:latin typeface="Aptos Narrow" panose="020B0004020202020204" pitchFamily="34" charset="0"/>
                      </a:endParaRPr>
                    </a:p>
                  </a:txBody>
                  <a:tcPr marL="7984" marR="7984" marT="7984" marB="0" anchor="ctr"/>
                </a:tc>
                <a:extLst>
                  <a:ext uri="{0D108BD9-81ED-4DB2-BD59-A6C34878D82A}">
                    <a16:rowId xmlns:a16="http://schemas.microsoft.com/office/drawing/2014/main" val="1165884459"/>
                  </a:ext>
                </a:extLst>
              </a:tr>
              <a:tr h="650369">
                <a:tc>
                  <a:txBody>
                    <a:bodyPr/>
                    <a:lstStyle/>
                    <a:p>
                      <a:pPr algn="l" fontAlgn="ctr">
                        <a:buNone/>
                      </a:pPr>
                      <a:r>
                        <a:rPr lang="en-PH" sz="2400" b="1" u="none" strike="noStrike" dirty="0">
                          <a:effectLst/>
                        </a:rPr>
                        <a:t>Domestic wastewater</a:t>
                      </a:r>
                      <a:endParaRPr lang="en-PH" sz="2400" b="1" i="0" u="none" strike="noStrike" dirty="0">
                        <a:solidFill>
                          <a:srgbClr val="000000"/>
                        </a:solidFill>
                        <a:effectLst/>
                        <a:latin typeface="Aptos Narrow" panose="020B0004020202020204" pitchFamily="34" charset="0"/>
                      </a:endParaRPr>
                    </a:p>
                  </a:txBody>
                  <a:tcPr marL="7984" marR="7984" marT="7984" marB="0" anchor="ctr"/>
                </a:tc>
                <a:tc>
                  <a:txBody>
                    <a:bodyPr/>
                    <a:lstStyle/>
                    <a:p>
                      <a:pPr algn="l" fontAlgn="ctr">
                        <a:buNone/>
                      </a:pPr>
                      <a:r>
                        <a:rPr lang="en-PH" sz="2400" u="none" strike="noStrike" dirty="0">
                          <a:effectLst/>
                        </a:rPr>
                        <a:t>Sewage, detergents, household waste.</a:t>
                      </a:r>
                      <a:endParaRPr lang="en-PH" sz="2400" b="0" i="0" u="none" strike="noStrike" dirty="0">
                        <a:solidFill>
                          <a:srgbClr val="000000"/>
                        </a:solidFill>
                        <a:effectLst/>
                        <a:latin typeface="Aptos Narrow" panose="020B0004020202020204" pitchFamily="34" charset="0"/>
                      </a:endParaRPr>
                    </a:p>
                  </a:txBody>
                  <a:tcPr marL="7984" marR="7984" marT="7984" marB="0" anchor="ctr"/>
                </a:tc>
                <a:tc>
                  <a:txBody>
                    <a:bodyPr/>
                    <a:lstStyle/>
                    <a:p>
                      <a:pPr algn="l" fontAlgn="ctr">
                        <a:buNone/>
                      </a:pPr>
                      <a:r>
                        <a:rPr lang="en-PH" sz="2400" u="none" strike="noStrike" dirty="0">
                          <a:effectLst/>
                        </a:rPr>
                        <a:t>Disease and oxygen depletion.</a:t>
                      </a:r>
                      <a:endParaRPr lang="en-PH" sz="2400" b="0" i="0" u="none" strike="noStrike" dirty="0">
                        <a:solidFill>
                          <a:srgbClr val="000000"/>
                        </a:solidFill>
                        <a:effectLst/>
                        <a:latin typeface="Aptos Narrow" panose="020B0004020202020204" pitchFamily="34" charset="0"/>
                      </a:endParaRPr>
                    </a:p>
                  </a:txBody>
                  <a:tcPr marL="7984" marR="7984" marT="7984" marB="0" anchor="ctr"/>
                </a:tc>
                <a:extLst>
                  <a:ext uri="{0D108BD9-81ED-4DB2-BD59-A6C34878D82A}">
                    <a16:rowId xmlns:a16="http://schemas.microsoft.com/office/drawing/2014/main" val="1701883650"/>
                  </a:ext>
                </a:extLst>
              </a:tr>
              <a:tr h="650369">
                <a:tc>
                  <a:txBody>
                    <a:bodyPr/>
                    <a:lstStyle/>
                    <a:p>
                      <a:pPr algn="l" fontAlgn="ctr">
                        <a:buNone/>
                      </a:pPr>
                      <a:r>
                        <a:rPr lang="en-PH" sz="2400" b="1" u="none" strike="noStrike" dirty="0">
                          <a:effectLst/>
                        </a:rPr>
                        <a:t>Agriculture</a:t>
                      </a:r>
                      <a:endParaRPr lang="en-PH" sz="2400" b="1" i="0" u="none" strike="noStrike" dirty="0">
                        <a:solidFill>
                          <a:srgbClr val="000000"/>
                        </a:solidFill>
                        <a:effectLst/>
                        <a:latin typeface="Aptos Narrow" panose="020B0004020202020204" pitchFamily="34" charset="0"/>
                      </a:endParaRPr>
                    </a:p>
                  </a:txBody>
                  <a:tcPr marL="7984" marR="7984" marT="7984" marB="0" anchor="ctr"/>
                </a:tc>
                <a:tc>
                  <a:txBody>
                    <a:bodyPr/>
                    <a:lstStyle/>
                    <a:p>
                      <a:pPr algn="l" fontAlgn="ctr">
                        <a:buNone/>
                      </a:pPr>
                      <a:r>
                        <a:rPr lang="en-PH" sz="2400" u="none" strike="noStrike" dirty="0">
                          <a:effectLst/>
                        </a:rPr>
                        <a:t>Fertilizers, pesticides, animal waste.</a:t>
                      </a:r>
                      <a:endParaRPr lang="en-PH" sz="2400" b="0" i="0" u="none" strike="noStrike" dirty="0">
                        <a:solidFill>
                          <a:srgbClr val="000000"/>
                        </a:solidFill>
                        <a:effectLst/>
                        <a:latin typeface="Aptos Narrow" panose="020B0004020202020204" pitchFamily="34" charset="0"/>
                      </a:endParaRPr>
                    </a:p>
                  </a:txBody>
                  <a:tcPr marL="7984" marR="7984" marT="7984" marB="0" anchor="ctr"/>
                </a:tc>
                <a:tc>
                  <a:txBody>
                    <a:bodyPr/>
                    <a:lstStyle/>
                    <a:p>
                      <a:pPr algn="l" fontAlgn="ctr">
                        <a:buNone/>
                      </a:pPr>
                      <a:r>
                        <a:rPr lang="en-PH" sz="2400" u="none" strike="noStrike" dirty="0">
                          <a:effectLst/>
                        </a:rPr>
                        <a:t>Algal blooms and contamination.</a:t>
                      </a:r>
                      <a:endParaRPr lang="en-PH" sz="2400" b="0" i="0" u="none" strike="noStrike" dirty="0">
                        <a:solidFill>
                          <a:srgbClr val="000000"/>
                        </a:solidFill>
                        <a:effectLst/>
                        <a:latin typeface="Aptos Narrow" panose="020B0004020202020204" pitchFamily="34" charset="0"/>
                      </a:endParaRPr>
                    </a:p>
                  </a:txBody>
                  <a:tcPr marL="7984" marR="7984" marT="7984" marB="0" anchor="ctr"/>
                </a:tc>
                <a:extLst>
                  <a:ext uri="{0D108BD9-81ED-4DB2-BD59-A6C34878D82A}">
                    <a16:rowId xmlns:a16="http://schemas.microsoft.com/office/drawing/2014/main" val="1476819872"/>
                  </a:ext>
                </a:extLst>
              </a:tr>
              <a:tr h="650369">
                <a:tc>
                  <a:txBody>
                    <a:bodyPr/>
                    <a:lstStyle/>
                    <a:p>
                      <a:pPr algn="l" fontAlgn="ctr">
                        <a:buNone/>
                      </a:pPr>
                      <a:r>
                        <a:rPr lang="en-PH" sz="2400" b="1" u="none" strike="noStrike" dirty="0">
                          <a:effectLst/>
                        </a:rPr>
                        <a:t>Industry</a:t>
                      </a:r>
                      <a:endParaRPr lang="en-PH" sz="2400" b="1" i="0" u="none" strike="noStrike" dirty="0">
                        <a:solidFill>
                          <a:srgbClr val="000000"/>
                        </a:solidFill>
                        <a:effectLst/>
                        <a:latin typeface="Aptos Narrow" panose="020B0004020202020204" pitchFamily="34" charset="0"/>
                      </a:endParaRPr>
                    </a:p>
                  </a:txBody>
                  <a:tcPr marL="7984" marR="7984" marT="7984" marB="0" anchor="ctr"/>
                </a:tc>
                <a:tc>
                  <a:txBody>
                    <a:bodyPr/>
                    <a:lstStyle/>
                    <a:p>
                      <a:pPr algn="l" fontAlgn="ctr">
                        <a:buNone/>
                      </a:pPr>
                      <a:r>
                        <a:rPr lang="en-PH" sz="2400" u="none" strike="noStrike" dirty="0">
                          <a:effectLst/>
                        </a:rPr>
                        <a:t>Chemicals, heavy metals, wastewater.</a:t>
                      </a:r>
                      <a:endParaRPr lang="en-PH" sz="2400" b="0" i="0" u="none" strike="noStrike" dirty="0">
                        <a:solidFill>
                          <a:srgbClr val="000000"/>
                        </a:solidFill>
                        <a:effectLst/>
                        <a:latin typeface="Aptos Narrow" panose="020B0004020202020204" pitchFamily="34" charset="0"/>
                      </a:endParaRPr>
                    </a:p>
                  </a:txBody>
                  <a:tcPr marL="7984" marR="7984" marT="7984" marB="0" anchor="ctr"/>
                </a:tc>
                <a:tc>
                  <a:txBody>
                    <a:bodyPr/>
                    <a:lstStyle/>
                    <a:p>
                      <a:pPr algn="l" fontAlgn="ctr">
                        <a:buNone/>
                      </a:pPr>
                      <a:r>
                        <a:rPr lang="en-PH" sz="2400" u="none" strike="noStrike" dirty="0">
                          <a:effectLst/>
                        </a:rPr>
                        <a:t>Toxic effects on humans and aquatic organisms.</a:t>
                      </a:r>
                      <a:endParaRPr lang="en-PH" sz="2400" b="0" i="0" u="none" strike="noStrike" dirty="0">
                        <a:solidFill>
                          <a:srgbClr val="000000"/>
                        </a:solidFill>
                        <a:effectLst/>
                        <a:latin typeface="Aptos Narrow" panose="020B0004020202020204" pitchFamily="34" charset="0"/>
                      </a:endParaRPr>
                    </a:p>
                  </a:txBody>
                  <a:tcPr marL="7984" marR="7984" marT="7984" marB="0" anchor="ctr"/>
                </a:tc>
                <a:extLst>
                  <a:ext uri="{0D108BD9-81ED-4DB2-BD59-A6C34878D82A}">
                    <a16:rowId xmlns:a16="http://schemas.microsoft.com/office/drawing/2014/main" val="2585912058"/>
                  </a:ext>
                </a:extLst>
              </a:tr>
              <a:tr h="650369">
                <a:tc>
                  <a:txBody>
                    <a:bodyPr/>
                    <a:lstStyle/>
                    <a:p>
                      <a:pPr algn="l" fontAlgn="ctr">
                        <a:buNone/>
                      </a:pPr>
                      <a:r>
                        <a:rPr lang="en-PH" sz="2400" b="1" u="none" strike="noStrike" dirty="0">
                          <a:effectLst/>
                        </a:rPr>
                        <a:t>Solid waste</a:t>
                      </a:r>
                      <a:endParaRPr lang="en-PH" sz="2400" b="1" i="0" u="none" strike="noStrike" dirty="0">
                        <a:solidFill>
                          <a:srgbClr val="000000"/>
                        </a:solidFill>
                        <a:effectLst/>
                        <a:latin typeface="Aptos Narrow" panose="020B0004020202020204" pitchFamily="34" charset="0"/>
                      </a:endParaRPr>
                    </a:p>
                  </a:txBody>
                  <a:tcPr marL="7984" marR="7984" marT="7984" marB="0" anchor="ctr"/>
                </a:tc>
                <a:tc>
                  <a:txBody>
                    <a:bodyPr/>
                    <a:lstStyle/>
                    <a:p>
                      <a:pPr algn="l" fontAlgn="ctr">
                        <a:buNone/>
                      </a:pPr>
                      <a:r>
                        <a:rPr lang="en-PH" sz="2400" u="none" strike="noStrike" dirty="0">
                          <a:effectLst/>
                        </a:rPr>
                        <a:t>Plastics, garbage.</a:t>
                      </a:r>
                      <a:endParaRPr lang="en-PH" sz="2400" b="0" i="0" u="none" strike="noStrike" dirty="0">
                        <a:solidFill>
                          <a:srgbClr val="000000"/>
                        </a:solidFill>
                        <a:effectLst/>
                        <a:latin typeface="Aptos Narrow" panose="020B0004020202020204" pitchFamily="34" charset="0"/>
                      </a:endParaRPr>
                    </a:p>
                  </a:txBody>
                  <a:tcPr marL="7984" marR="7984" marT="7984" marB="0" anchor="ctr"/>
                </a:tc>
                <a:tc>
                  <a:txBody>
                    <a:bodyPr/>
                    <a:lstStyle/>
                    <a:p>
                      <a:pPr algn="l" fontAlgn="ctr">
                        <a:buNone/>
                      </a:pPr>
                      <a:r>
                        <a:rPr lang="en-PH" sz="2400" u="none" strike="noStrike" dirty="0">
                          <a:effectLst/>
                        </a:rPr>
                        <a:t>Blocked waterways and harm to wildlife.</a:t>
                      </a:r>
                      <a:endParaRPr lang="en-PH" sz="2400" b="0" i="0" u="none" strike="noStrike" dirty="0">
                        <a:solidFill>
                          <a:srgbClr val="000000"/>
                        </a:solidFill>
                        <a:effectLst/>
                        <a:latin typeface="Aptos Narrow" panose="020B0004020202020204" pitchFamily="34" charset="0"/>
                      </a:endParaRPr>
                    </a:p>
                  </a:txBody>
                  <a:tcPr marL="7984" marR="7984" marT="7984" marB="0" anchor="ctr"/>
                </a:tc>
                <a:extLst>
                  <a:ext uri="{0D108BD9-81ED-4DB2-BD59-A6C34878D82A}">
                    <a16:rowId xmlns:a16="http://schemas.microsoft.com/office/drawing/2014/main" val="1234661928"/>
                  </a:ext>
                </a:extLst>
              </a:tr>
              <a:tr h="650369">
                <a:tc>
                  <a:txBody>
                    <a:bodyPr/>
                    <a:lstStyle/>
                    <a:p>
                      <a:pPr algn="l" fontAlgn="ctr">
                        <a:buNone/>
                      </a:pPr>
                      <a:r>
                        <a:rPr lang="en-PH" sz="2400" b="1" u="none" strike="noStrike" dirty="0">
                          <a:effectLst/>
                        </a:rPr>
                        <a:t>Mining</a:t>
                      </a:r>
                      <a:endParaRPr lang="en-PH" sz="2400" b="1" i="0" u="none" strike="noStrike" dirty="0">
                        <a:solidFill>
                          <a:srgbClr val="000000"/>
                        </a:solidFill>
                        <a:effectLst/>
                        <a:latin typeface="Aptos Narrow" panose="020B0004020202020204" pitchFamily="34" charset="0"/>
                      </a:endParaRPr>
                    </a:p>
                  </a:txBody>
                  <a:tcPr marL="7984" marR="7984" marT="7984" marB="0" anchor="ctr"/>
                </a:tc>
                <a:tc>
                  <a:txBody>
                    <a:bodyPr/>
                    <a:lstStyle/>
                    <a:p>
                      <a:pPr algn="l" fontAlgn="ctr">
                        <a:buNone/>
                      </a:pPr>
                      <a:r>
                        <a:rPr lang="en-PH" sz="2400" u="none" strike="noStrike" dirty="0">
                          <a:effectLst/>
                        </a:rPr>
                        <a:t>Sediments and chemical contaminants.</a:t>
                      </a:r>
                      <a:endParaRPr lang="en-PH" sz="2400" b="0" i="0" u="none" strike="noStrike" dirty="0">
                        <a:solidFill>
                          <a:srgbClr val="000000"/>
                        </a:solidFill>
                        <a:effectLst/>
                        <a:latin typeface="Aptos Narrow" panose="020B0004020202020204" pitchFamily="34" charset="0"/>
                      </a:endParaRPr>
                    </a:p>
                  </a:txBody>
                  <a:tcPr marL="7984" marR="7984" marT="7984" marB="0" anchor="ctr"/>
                </a:tc>
                <a:tc>
                  <a:txBody>
                    <a:bodyPr/>
                    <a:lstStyle/>
                    <a:p>
                      <a:pPr algn="l" fontAlgn="ctr">
                        <a:buNone/>
                      </a:pPr>
                      <a:r>
                        <a:rPr lang="en-PH" sz="2400" u="none" strike="noStrike" dirty="0">
                          <a:effectLst/>
                        </a:rPr>
                        <a:t>Water contamination.</a:t>
                      </a:r>
                      <a:endParaRPr lang="en-PH" sz="2400" b="0" i="0" u="none" strike="noStrike" dirty="0">
                        <a:solidFill>
                          <a:srgbClr val="000000"/>
                        </a:solidFill>
                        <a:effectLst/>
                        <a:latin typeface="Aptos Narrow" panose="020B0004020202020204" pitchFamily="34" charset="0"/>
                      </a:endParaRPr>
                    </a:p>
                  </a:txBody>
                  <a:tcPr marL="7984" marR="7984" marT="7984" marB="0" anchor="ctr"/>
                </a:tc>
                <a:extLst>
                  <a:ext uri="{0D108BD9-81ED-4DB2-BD59-A6C34878D82A}">
                    <a16:rowId xmlns:a16="http://schemas.microsoft.com/office/drawing/2014/main" val="3971427274"/>
                  </a:ext>
                </a:extLst>
              </a:tr>
              <a:tr h="650369">
                <a:tc>
                  <a:txBody>
                    <a:bodyPr/>
                    <a:lstStyle/>
                    <a:p>
                      <a:pPr algn="l" fontAlgn="ctr">
                        <a:buNone/>
                      </a:pPr>
                      <a:r>
                        <a:rPr lang="en-PH" sz="2400" b="1" u="none" strike="noStrike" dirty="0">
                          <a:effectLst/>
                        </a:rPr>
                        <a:t>Oil pollution</a:t>
                      </a:r>
                      <a:endParaRPr lang="en-PH" sz="2400" b="1" i="0" u="none" strike="noStrike" dirty="0">
                        <a:solidFill>
                          <a:srgbClr val="000000"/>
                        </a:solidFill>
                        <a:effectLst/>
                        <a:latin typeface="Aptos Narrow" panose="020B0004020202020204" pitchFamily="34" charset="0"/>
                      </a:endParaRPr>
                    </a:p>
                  </a:txBody>
                  <a:tcPr marL="7984" marR="7984" marT="7984" marB="0" anchor="ctr"/>
                </a:tc>
                <a:tc>
                  <a:txBody>
                    <a:bodyPr/>
                    <a:lstStyle/>
                    <a:p>
                      <a:pPr algn="l" fontAlgn="ctr">
                        <a:buNone/>
                      </a:pPr>
                      <a:r>
                        <a:rPr lang="en-PH" sz="2400" u="none" strike="noStrike" dirty="0">
                          <a:effectLst/>
                        </a:rPr>
                        <a:t>Oil spills and petroleum products.</a:t>
                      </a:r>
                      <a:endParaRPr lang="en-PH" sz="2400" b="0" i="0" u="none" strike="noStrike" dirty="0">
                        <a:solidFill>
                          <a:srgbClr val="000000"/>
                        </a:solidFill>
                        <a:effectLst/>
                        <a:latin typeface="Aptos Narrow" panose="020B0004020202020204" pitchFamily="34" charset="0"/>
                      </a:endParaRPr>
                    </a:p>
                  </a:txBody>
                  <a:tcPr marL="7984" marR="7984" marT="7984" marB="0" anchor="ctr"/>
                </a:tc>
                <a:tc>
                  <a:txBody>
                    <a:bodyPr/>
                    <a:lstStyle/>
                    <a:p>
                      <a:pPr algn="l" fontAlgn="ctr">
                        <a:buNone/>
                      </a:pPr>
                      <a:r>
                        <a:rPr lang="en-PH" sz="2400" u="none" strike="noStrike" dirty="0">
                          <a:effectLst/>
                        </a:rPr>
                        <a:t>Damage to marine ecosystems.</a:t>
                      </a:r>
                      <a:endParaRPr lang="en-PH" sz="2400" b="0" i="0" u="none" strike="noStrike" dirty="0">
                        <a:solidFill>
                          <a:srgbClr val="000000"/>
                        </a:solidFill>
                        <a:effectLst/>
                        <a:latin typeface="Aptos Narrow" panose="020B0004020202020204" pitchFamily="34" charset="0"/>
                      </a:endParaRPr>
                    </a:p>
                  </a:txBody>
                  <a:tcPr marL="7984" marR="7984" marT="7984" marB="0" anchor="ctr"/>
                </a:tc>
                <a:extLst>
                  <a:ext uri="{0D108BD9-81ED-4DB2-BD59-A6C34878D82A}">
                    <a16:rowId xmlns:a16="http://schemas.microsoft.com/office/drawing/2014/main" val="2129918440"/>
                  </a:ext>
                </a:extLst>
              </a:tr>
            </a:tbl>
          </a:graphicData>
        </a:graphic>
      </p:graphicFrame>
    </p:spTree>
    <p:extLst>
      <p:ext uri="{BB962C8B-B14F-4D97-AF65-F5344CB8AC3E}">
        <p14:creationId xmlns:p14="http://schemas.microsoft.com/office/powerpoint/2010/main" val="32176771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7EA2A-7DC6-C950-492E-C7219EF200C6}"/>
              </a:ext>
            </a:extLst>
          </p:cNvPr>
          <p:cNvSpPr>
            <a:spLocks noGrp="1"/>
          </p:cNvSpPr>
          <p:nvPr>
            <p:ph type="title"/>
          </p:nvPr>
        </p:nvSpPr>
        <p:spPr/>
        <p:txBody>
          <a:bodyPr/>
          <a:lstStyle/>
          <a:p>
            <a:r>
              <a:rPr lang="en-PH" b="1" dirty="0"/>
              <a:t>Example: Nutrient Pollution</a:t>
            </a:r>
            <a:br>
              <a:rPr lang="en-PH" b="1" dirty="0"/>
            </a:br>
            <a:endParaRPr lang="en-PH" dirty="0"/>
          </a:p>
        </p:txBody>
      </p:sp>
      <p:sp>
        <p:nvSpPr>
          <p:cNvPr id="3" name="Content Placeholder 2">
            <a:extLst>
              <a:ext uri="{FF2B5EF4-FFF2-40B4-BE49-F238E27FC236}">
                <a16:creationId xmlns:a16="http://schemas.microsoft.com/office/drawing/2014/main" id="{267BFF7E-3539-4BBA-F06D-CDF2DE21D178}"/>
              </a:ext>
            </a:extLst>
          </p:cNvPr>
          <p:cNvSpPr>
            <a:spLocks noGrp="1"/>
          </p:cNvSpPr>
          <p:nvPr>
            <p:ph idx="1"/>
          </p:nvPr>
        </p:nvSpPr>
        <p:spPr/>
        <p:txBody>
          <a:bodyPr/>
          <a:lstStyle/>
          <a:p>
            <a:r>
              <a:rPr lang="en-PH" sz="2800" dirty="0"/>
              <a:t>Excess fertilizers containing </a:t>
            </a:r>
            <a:r>
              <a:rPr lang="en-PH" sz="2800" b="1" dirty="0"/>
              <a:t>nitrogen and phosphorus</a:t>
            </a:r>
            <a:r>
              <a:rPr lang="en-PH" sz="2800" dirty="0"/>
              <a:t> can enter waterways.</a:t>
            </a:r>
          </a:p>
          <a:p>
            <a:r>
              <a:rPr lang="en-PH" sz="2800" b="1" dirty="0"/>
              <a:t>Fertilizer runoff → excess nutrients → rapid algae growth → decomposition → oxygen decreases → fish and aquatic organisms may die</a:t>
            </a:r>
            <a:endParaRPr lang="en-PH" sz="2800" dirty="0"/>
          </a:p>
          <a:p>
            <a:r>
              <a:rPr lang="en-PH" sz="2800" dirty="0"/>
              <a:t>This process is called </a:t>
            </a:r>
            <a:r>
              <a:rPr lang="en-PH" sz="2800" b="1" dirty="0"/>
              <a:t>eutrophication</a:t>
            </a:r>
            <a:r>
              <a:rPr lang="en-PH" sz="2800" dirty="0"/>
              <a:t>.</a:t>
            </a:r>
          </a:p>
          <a:p>
            <a:endParaRPr lang="en-PH" dirty="0"/>
          </a:p>
        </p:txBody>
      </p:sp>
    </p:spTree>
    <p:extLst>
      <p:ext uri="{BB962C8B-B14F-4D97-AF65-F5344CB8AC3E}">
        <p14:creationId xmlns:p14="http://schemas.microsoft.com/office/powerpoint/2010/main" val="7719054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65D9C196-56A3-4D2B-B250-2501F51B4C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6" name="Rectangle 15">
            <a:extLst>
              <a:ext uri="{FF2B5EF4-FFF2-40B4-BE49-F238E27FC236}">
                <a16:creationId xmlns:a16="http://schemas.microsoft.com/office/drawing/2014/main" id="{3A6EBF77-A535-4798-83D5-C5D9C36BFA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457202"/>
            <a:ext cx="7592567" cy="5856457"/>
          </a:xfrm>
          <a:prstGeom prst="rect">
            <a:avLst/>
          </a:prstGeom>
          <a:noFill/>
          <a:ln w="9525">
            <a:solidFill>
              <a:srgbClr val="3133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The Eutrophication Process Stock Illustration - Download Image Now ...">
            <a:extLst>
              <a:ext uri="{FF2B5EF4-FFF2-40B4-BE49-F238E27FC236}">
                <a16:creationId xmlns:a16="http://schemas.microsoft.com/office/drawing/2014/main" id="{3F0DBB3A-E1FE-70A8-E1A9-1DF285459A42}"/>
              </a:ext>
            </a:extLst>
          </p:cNvPr>
          <p:cNvPicPr>
            <a:picLocks noChangeAspect="1"/>
          </p:cNvPicPr>
          <p:nvPr/>
        </p:nvPicPr>
        <p:blipFill>
          <a:blip r:embed="rId2"/>
          <a:stretch>
            <a:fillRect/>
          </a:stretch>
        </p:blipFill>
        <p:spPr>
          <a:xfrm>
            <a:off x="781808" y="930338"/>
            <a:ext cx="6935559" cy="4906907"/>
          </a:xfrm>
          <a:prstGeom prst="rect">
            <a:avLst/>
          </a:prstGeom>
          <a:ln>
            <a:noFill/>
          </a:ln>
        </p:spPr>
      </p:pic>
      <p:sp>
        <p:nvSpPr>
          <p:cNvPr id="17" name="Rectangle 16">
            <a:extLst>
              <a:ext uri="{FF2B5EF4-FFF2-40B4-BE49-F238E27FC236}">
                <a16:creationId xmlns:a16="http://schemas.microsoft.com/office/drawing/2014/main" id="{DDB2DB23-D2D0-4E56-A97D-E9B80FD3E4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9873" y="457202"/>
            <a:ext cx="3615593" cy="5859734"/>
          </a:xfrm>
          <a:prstGeom prst="rect">
            <a:avLst/>
          </a:prstGeom>
          <a:solidFill>
            <a:srgbClr val="31335D"/>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Tree>
    <p:extLst>
      <p:ext uri="{BB962C8B-B14F-4D97-AF65-F5344CB8AC3E}">
        <p14:creationId xmlns:p14="http://schemas.microsoft.com/office/powerpoint/2010/main" val="10642744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98000"/>
                <a:satMod val="110000"/>
                <a:lumMod val="86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0C97E5C-C165-417B-BBDE-6701E226BE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5D0E1C6-221C-4835-B0D4-24184F6B6E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98F2782-0AD1-4AB6-BBB8-3BA1BB416C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643468"/>
            <a:ext cx="10905067" cy="55710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 1">
            <a:extLst>
              <a:ext uri="{FF2B5EF4-FFF2-40B4-BE49-F238E27FC236}">
                <a16:creationId xmlns:a16="http://schemas.microsoft.com/office/drawing/2014/main" id="{41058216-3B38-C65F-411A-E14DEC2960D9}"/>
              </a:ext>
            </a:extLst>
          </p:cNvPr>
          <p:cNvGraphicFramePr>
            <a:graphicFrameLocks noGrp="1"/>
          </p:cNvGraphicFramePr>
          <p:nvPr>
            <p:extLst>
              <p:ext uri="{D42A27DB-BD31-4B8C-83A1-F6EECF244321}">
                <p14:modId xmlns:p14="http://schemas.microsoft.com/office/powerpoint/2010/main" val="2890203577"/>
              </p:ext>
            </p:extLst>
          </p:nvPr>
        </p:nvGraphicFramePr>
        <p:xfrm>
          <a:off x="1120477" y="746466"/>
          <a:ext cx="9951043" cy="5365068"/>
        </p:xfrm>
        <a:graphic>
          <a:graphicData uri="http://schemas.openxmlformats.org/drawingml/2006/table">
            <a:tbl>
              <a:tblPr firstRow="1" bandRow="1">
                <a:tableStyleId>{21E4AEA4-8DFA-4A89-87EB-49C32662AFE0}</a:tableStyleId>
              </a:tblPr>
              <a:tblGrid>
                <a:gridCol w="2450037">
                  <a:extLst>
                    <a:ext uri="{9D8B030D-6E8A-4147-A177-3AD203B41FA5}">
                      <a16:colId xmlns:a16="http://schemas.microsoft.com/office/drawing/2014/main" val="2900118943"/>
                    </a:ext>
                  </a:extLst>
                </a:gridCol>
                <a:gridCol w="3779268">
                  <a:extLst>
                    <a:ext uri="{9D8B030D-6E8A-4147-A177-3AD203B41FA5}">
                      <a16:colId xmlns:a16="http://schemas.microsoft.com/office/drawing/2014/main" val="662645685"/>
                    </a:ext>
                  </a:extLst>
                </a:gridCol>
                <a:gridCol w="3721738">
                  <a:extLst>
                    <a:ext uri="{9D8B030D-6E8A-4147-A177-3AD203B41FA5}">
                      <a16:colId xmlns:a16="http://schemas.microsoft.com/office/drawing/2014/main" val="2468978643"/>
                    </a:ext>
                  </a:extLst>
                </a:gridCol>
              </a:tblGrid>
              <a:tr h="945528">
                <a:tc>
                  <a:txBody>
                    <a:bodyPr/>
                    <a:lstStyle/>
                    <a:p>
                      <a:pPr algn="ctr" fontAlgn="ctr">
                        <a:buNone/>
                      </a:pPr>
                      <a:r>
                        <a:rPr lang="en-PH" sz="2400" u="none" strike="noStrike" dirty="0">
                          <a:effectLst/>
                        </a:rPr>
                        <a:t>Water Resource Issue</a:t>
                      </a:r>
                      <a:endParaRPr lang="en-PH" sz="2400" b="1" i="0" u="none" strike="noStrike" dirty="0">
                        <a:solidFill>
                          <a:srgbClr val="000000"/>
                        </a:solidFill>
                        <a:effectLst/>
                        <a:latin typeface="Aptos Narrow" panose="020B0004020202020204" pitchFamily="34" charset="0"/>
                      </a:endParaRPr>
                    </a:p>
                  </a:txBody>
                  <a:tcPr marL="6084" marR="6084" marT="6084" marB="0" anchor="ctr"/>
                </a:tc>
                <a:tc>
                  <a:txBody>
                    <a:bodyPr/>
                    <a:lstStyle/>
                    <a:p>
                      <a:pPr algn="ctr" fontAlgn="ctr">
                        <a:buNone/>
                      </a:pPr>
                      <a:endParaRPr lang="en-PH" sz="2400" b="1" i="0" u="none" strike="noStrike" dirty="0">
                        <a:solidFill>
                          <a:srgbClr val="000000"/>
                        </a:solidFill>
                        <a:effectLst/>
                        <a:latin typeface="Aptos Narrow" panose="020B0004020202020204" pitchFamily="34" charset="0"/>
                      </a:endParaRPr>
                    </a:p>
                  </a:txBody>
                  <a:tcPr marL="6084" marR="6084" marT="6084" marB="0" anchor="ctr"/>
                </a:tc>
                <a:tc>
                  <a:txBody>
                    <a:bodyPr/>
                    <a:lstStyle/>
                    <a:p>
                      <a:pPr algn="ctr" fontAlgn="ctr">
                        <a:buNone/>
                      </a:pPr>
                      <a:r>
                        <a:rPr lang="en-PH" sz="2400" u="none" strike="noStrike">
                          <a:effectLst/>
                        </a:rPr>
                        <a:t>Possible Effects</a:t>
                      </a:r>
                      <a:endParaRPr lang="en-PH" sz="2400" b="1" i="0" u="none" strike="noStrike">
                        <a:solidFill>
                          <a:srgbClr val="000000"/>
                        </a:solidFill>
                        <a:effectLst/>
                        <a:latin typeface="Aptos Narrow" panose="020B0004020202020204" pitchFamily="34" charset="0"/>
                      </a:endParaRPr>
                    </a:p>
                  </a:txBody>
                  <a:tcPr marL="6084" marR="6084" marT="6084" marB="0" anchor="ctr"/>
                </a:tc>
                <a:extLst>
                  <a:ext uri="{0D108BD9-81ED-4DB2-BD59-A6C34878D82A}">
                    <a16:rowId xmlns:a16="http://schemas.microsoft.com/office/drawing/2014/main" val="257536810"/>
                  </a:ext>
                </a:extLst>
              </a:tr>
              <a:tr h="655576">
                <a:tc>
                  <a:txBody>
                    <a:bodyPr/>
                    <a:lstStyle/>
                    <a:p>
                      <a:pPr algn="l" fontAlgn="ctr">
                        <a:buNone/>
                      </a:pPr>
                      <a:r>
                        <a:rPr lang="en-PH" sz="2400" b="1" u="none" strike="noStrike" dirty="0">
                          <a:effectLst/>
                        </a:rPr>
                        <a:t>6.Saltwater intrusion</a:t>
                      </a:r>
                      <a:endParaRPr lang="en-PH" sz="2400" b="1" i="0" u="none" strike="noStrike" dirty="0">
                        <a:solidFill>
                          <a:srgbClr val="000000"/>
                        </a:solidFill>
                        <a:effectLst/>
                        <a:latin typeface="Aptos Narrow" panose="020B0004020202020204" pitchFamily="34" charset="0"/>
                      </a:endParaRPr>
                    </a:p>
                  </a:txBody>
                  <a:tcPr marL="6084" marR="6084" marT="6084" marB="0" anchor="ctr"/>
                </a:tc>
                <a:tc>
                  <a:txBody>
                    <a:bodyPr/>
                    <a:lstStyle/>
                    <a:p>
                      <a:pPr algn="l" fontAlgn="ctr">
                        <a:buNone/>
                      </a:pPr>
                      <a:r>
                        <a:rPr lang="en-PH" sz="2400" u="none" strike="noStrike" dirty="0">
                          <a:effectLst/>
                        </a:rPr>
                        <a:t>Seawater enters freshwater aquifers.</a:t>
                      </a:r>
                      <a:endParaRPr lang="en-PH" sz="2400" b="0" i="0" u="none" strike="noStrike" dirty="0">
                        <a:solidFill>
                          <a:srgbClr val="000000"/>
                        </a:solidFill>
                        <a:effectLst/>
                        <a:latin typeface="Aptos Narrow" panose="020B0004020202020204" pitchFamily="34" charset="0"/>
                      </a:endParaRPr>
                    </a:p>
                  </a:txBody>
                  <a:tcPr marL="6084" marR="6084" marT="6084" marB="0" anchor="ctr"/>
                </a:tc>
                <a:tc>
                  <a:txBody>
                    <a:bodyPr/>
                    <a:lstStyle/>
                    <a:p>
                      <a:pPr algn="l" fontAlgn="ctr">
                        <a:buNone/>
                      </a:pPr>
                      <a:r>
                        <a:rPr lang="en-PH" sz="2400" u="none" strike="noStrike" dirty="0">
                          <a:effectLst/>
                        </a:rPr>
                        <a:t>Groundwater becomes salty.</a:t>
                      </a:r>
                      <a:endParaRPr lang="en-PH" sz="2400" b="0" i="0" u="none" strike="noStrike" dirty="0">
                        <a:solidFill>
                          <a:srgbClr val="000000"/>
                        </a:solidFill>
                        <a:effectLst/>
                        <a:latin typeface="Aptos Narrow" panose="020B0004020202020204" pitchFamily="34" charset="0"/>
                      </a:endParaRPr>
                    </a:p>
                  </a:txBody>
                  <a:tcPr marL="6084" marR="6084" marT="6084" marB="0" anchor="ctr"/>
                </a:tc>
                <a:extLst>
                  <a:ext uri="{0D108BD9-81ED-4DB2-BD59-A6C34878D82A}">
                    <a16:rowId xmlns:a16="http://schemas.microsoft.com/office/drawing/2014/main" val="1862380140"/>
                  </a:ext>
                </a:extLst>
              </a:tr>
              <a:tr h="655576">
                <a:tc>
                  <a:txBody>
                    <a:bodyPr/>
                    <a:lstStyle/>
                    <a:p>
                      <a:pPr algn="l" fontAlgn="ctr">
                        <a:buNone/>
                      </a:pPr>
                      <a:r>
                        <a:rPr lang="en-PH" sz="2400" b="1" u="none" strike="noStrike" dirty="0">
                          <a:effectLst/>
                        </a:rPr>
                        <a:t>7. Deforestation</a:t>
                      </a:r>
                      <a:endParaRPr lang="en-PH" sz="2400" b="1" i="0" u="none" strike="noStrike" dirty="0">
                        <a:solidFill>
                          <a:srgbClr val="000000"/>
                        </a:solidFill>
                        <a:effectLst/>
                        <a:latin typeface="Aptos Narrow" panose="020B0004020202020204" pitchFamily="34" charset="0"/>
                      </a:endParaRPr>
                    </a:p>
                  </a:txBody>
                  <a:tcPr marL="6084" marR="6084" marT="6084" marB="0" anchor="ctr"/>
                </a:tc>
                <a:tc>
                  <a:txBody>
                    <a:bodyPr/>
                    <a:lstStyle/>
                    <a:p>
                      <a:pPr algn="l" fontAlgn="ctr">
                        <a:buNone/>
                      </a:pPr>
                      <a:r>
                        <a:rPr lang="en-PH" sz="2400" u="none" strike="noStrike" dirty="0">
                          <a:effectLst/>
                        </a:rPr>
                        <a:t>Removal of vegetation reduces infiltration and affects watersheds.</a:t>
                      </a:r>
                      <a:endParaRPr lang="en-PH" sz="2400" b="0" i="0" u="none" strike="noStrike" dirty="0">
                        <a:solidFill>
                          <a:srgbClr val="000000"/>
                        </a:solidFill>
                        <a:effectLst/>
                        <a:latin typeface="Aptos Narrow" panose="020B0004020202020204" pitchFamily="34" charset="0"/>
                      </a:endParaRPr>
                    </a:p>
                  </a:txBody>
                  <a:tcPr marL="6084" marR="6084" marT="6084" marB="0" anchor="ctr"/>
                </a:tc>
                <a:tc>
                  <a:txBody>
                    <a:bodyPr/>
                    <a:lstStyle/>
                    <a:p>
                      <a:pPr algn="l" fontAlgn="ctr">
                        <a:buNone/>
                      </a:pPr>
                      <a:r>
                        <a:rPr lang="en-PH" sz="2400" u="none" strike="noStrike" dirty="0">
                          <a:effectLst/>
                        </a:rPr>
                        <a:t>Increased runoff and erosion.</a:t>
                      </a:r>
                      <a:endParaRPr lang="en-PH" sz="2400" b="0" i="0" u="none" strike="noStrike" dirty="0">
                        <a:solidFill>
                          <a:srgbClr val="000000"/>
                        </a:solidFill>
                        <a:effectLst/>
                        <a:latin typeface="Aptos Narrow" panose="020B0004020202020204" pitchFamily="34" charset="0"/>
                      </a:endParaRPr>
                    </a:p>
                  </a:txBody>
                  <a:tcPr marL="6084" marR="6084" marT="6084" marB="0" anchor="ctr"/>
                </a:tc>
                <a:extLst>
                  <a:ext uri="{0D108BD9-81ED-4DB2-BD59-A6C34878D82A}">
                    <a16:rowId xmlns:a16="http://schemas.microsoft.com/office/drawing/2014/main" val="3557140765"/>
                  </a:ext>
                </a:extLst>
              </a:tr>
              <a:tr h="655576">
                <a:tc>
                  <a:txBody>
                    <a:bodyPr/>
                    <a:lstStyle/>
                    <a:p>
                      <a:pPr algn="l" fontAlgn="ctr">
                        <a:buNone/>
                      </a:pPr>
                      <a:r>
                        <a:rPr lang="en-PH" sz="2400" b="1" u="none" strike="noStrike" dirty="0">
                          <a:effectLst/>
                        </a:rPr>
                        <a:t>8. Climate change</a:t>
                      </a:r>
                      <a:endParaRPr lang="en-PH" sz="2400" b="1" i="0" u="none" strike="noStrike" dirty="0">
                        <a:solidFill>
                          <a:srgbClr val="000000"/>
                        </a:solidFill>
                        <a:effectLst/>
                        <a:latin typeface="Aptos Narrow" panose="020B0004020202020204" pitchFamily="34" charset="0"/>
                      </a:endParaRPr>
                    </a:p>
                  </a:txBody>
                  <a:tcPr marL="6084" marR="6084" marT="6084" marB="0" anchor="ctr"/>
                </a:tc>
                <a:tc>
                  <a:txBody>
                    <a:bodyPr/>
                    <a:lstStyle/>
                    <a:p>
                      <a:pPr algn="l" fontAlgn="ctr">
                        <a:buNone/>
                      </a:pPr>
                      <a:r>
                        <a:rPr lang="en-PH" sz="2400" u="none" strike="noStrike" dirty="0">
                          <a:effectLst/>
                        </a:rPr>
                        <a:t>Changes rainfall patterns, temperature, and extreme events.</a:t>
                      </a:r>
                      <a:endParaRPr lang="en-PH" sz="2400" b="0" i="0" u="none" strike="noStrike" dirty="0">
                        <a:solidFill>
                          <a:srgbClr val="000000"/>
                        </a:solidFill>
                        <a:effectLst/>
                        <a:latin typeface="Aptos Narrow" panose="020B0004020202020204" pitchFamily="34" charset="0"/>
                      </a:endParaRPr>
                    </a:p>
                  </a:txBody>
                  <a:tcPr marL="6084" marR="6084" marT="6084" marB="0" anchor="ctr"/>
                </a:tc>
                <a:tc>
                  <a:txBody>
                    <a:bodyPr/>
                    <a:lstStyle/>
                    <a:p>
                      <a:pPr algn="l" fontAlgn="ctr">
                        <a:buNone/>
                      </a:pPr>
                      <a:r>
                        <a:rPr lang="en-PH" sz="2400" u="none" strike="noStrike" dirty="0">
                          <a:effectLst/>
                        </a:rPr>
                        <a:t>Droughts, floods, changing water availability.</a:t>
                      </a:r>
                      <a:endParaRPr lang="en-PH" sz="2400" b="0" i="0" u="none" strike="noStrike" dirty="0">
                        <a:solidFill>
                          <a:srgbClr val="000000"/>
                        </a:solidFill>
                        <a:effectLst/>
                        <a:latin typeface="Aptos Narrow" panose="020B0004020202020204" pitchFamily="34" charset="0"/>
                      </a:endParaRPr>
                    </a:p>
                  </a:txBody>
                  <a:tcPr marL="6084" marR="6084" marT="6084" marB="0" anchor="ctr"/>
                </a:tc>
                <a:extLst>
                  <a:ext uri="{0D108BD9-81ED-4DB2-BD59-A6C34878D82A}">
                    <a16:rowId xmlns:a16="http://schemas.microsoft.com/office/drawing/2014/main" val="3348180212"/>
                  </a:ext>
                </a:extLst>
              </a:tr>
              <a:tr h="655576">
                <a:tc>
                  <a:txBody>
                    <a:bodyPr/>
                    <a:lstStyle/>
                    <a:p>
                      <a:pPr algn="l" fontAlgn="ctr">
                        <a:buNone/>
                      </a:pPr>
                      <a:r>
                        <a:rPr lang="en-PH" sz="2400" b="1" u="none" strike="noStrike" dirty="0">
                          <a:effectLst/>
                        </a:rPr>
                        <a:t>9. Urbanization</a:t>
                      </a:r>
                      <a:endParaRPr lang="en-PH" sz="2400" b="1" i="0" u="none" strike="noStrike" dirty="0">
                        <a:solidFill>
                          <a:srgbClr val="000000"/>
                        </a:solidFill>
                        <a:effectLst/>
                        <a:latin typeface="Aptos Narrow" panose="020B0004020202020204" pitchFamily="34" charset="0"/>
                      </a:endParaRPr>
                    </a:p>
                  </a:txBody>
                  <a:tcPr marL="6084" marR="6084" marT="6084" marB="0" anchor="ctr"/>
                </a:tc>
                <a:tc>
                  <a:txBody>
                    <a:bodyPr/>
                    <a:lstStyle/>
                    <a:p>
                      <a:pPr algn="l" fontAlgn="ctr">
                        <a:buNone/>
                      </a:pPr>
                      <a:r>
                        <a:rPr lang="en-PH" sz="2400" u="none" strike="noStrike" dirty="0">
                          <a:effectLst/>
                        </a:rPr>
                        <a:t>Development increases paved surfaces.</a:t>
                      </a:r>
                      <a:endParaRPr lang="en-PH" sz="2400" b="0" i="0" u="none" strike="noStrike" dirty="0">
                        <a:solidFill>
                          <a:srgbClr val="000000"/>
                        </a:solidFill>
                        <a:effectLst/>
                        <a:latin typeface="Aptos Narrow" panose="020B0004020202020204" pitchFamily="34" charset="0"/>
                      </a:endParaRPr>
                    </a:p>
                  </a:txBody>
                  <a:tcPr marL="6084" marR="6084" marT="6084" marB="0" anchor="ctr"/>
                </a:tc>
                <a:tc>
                  <a:txBody>
                    <a:bodyPr/>
                    <a:lstStyle/>
                    <a:p>
                      <a:pPr algn="l" fontAlgn="ctr">
                        <a:buNone/>
                      </a:pPr>
                      <a:r>
                        <a:rPr lang="en-PH" sz="2400" u="none" strike="noStrike" dirty="0">
                          <a:effectLst/>
                        </a:rPr>
                        <a:t>Reduced groundwater recharge and increased runoff</a:t>
                      </a:r>
                      <a:endParaRPr lang="en-PH" sz="2400" b="0" i="0" u="none" strike="noStrike" dirty="0">
                        <a:solidFill>
                          <a:srgbClr val="000000"/>
                        </a:solidFill>
                        <a:effectLst/>
                        <a:latin typeface="Aptos Narrow" panose="020B0004020202020204" pitchFamily="34" charset="0"/>
                      </a:endParaRPr>
                    </a:p>
                  </a:txBody>
                  <a:tcPr marL="6084" marR="6084" marT="6084" marB="0" anchor="ctr"/>
                </a:tc>
                <a:extLst>
                  <a:ext uri="{0D108BD9-81ED-4DB2-BD59-A6C34878D82A}">
                    <a16:rowId xmlns:a16="http://schemas.microsoft.com/office/drawing/2014/main" val="2432026385"/>
                  </a:ext>
                </a:extLst>
              </a:tr>
              <a:tr h="655576">
                <a:tc>
                  <a:txBody>
                    <a:bodyPr/>
                    <a:lstStyle/>
                    <a:p>
                      <a:pPr algn="l" fontAlgn="ctr">
                        <a:buNone/>
                      </a:pPr>
                      <a:r>
                        <a:rPr lang="en-PH" sz="2400" b="1" u="none" strike="noStrike" dirty="0">
                          <a:effectLst/>
                        </a:rPr>
                        <a:t>10. Agricultural demand</a:t>
                      </a:r>
                      <a:endParaRPr lang="en-PH" sz="2400" b="1" i="0" u="none" strike="noStrike" dirty="0">
                        <a:solidFill>
                          <a:srgbClr val="000000"/>
                        </a:solidFill>
                        <a:effectLst/>
                        <a:latin typeface="Aptos Narrow" panose="020B0004020202020204" pitchFamily="34" charset="0"/>
                      </a:endParaRPr>
                    </a:p>
                  </a:txBody>
                  <a:tcPr marL="6084" marR="6084" marT="6084" marB="0" anchor="ctr"/>
                </a:tc>
                <a:tc>
                  <a:txBody>
                    <a:bodyPr/>
                    <a:lstStyle/>
                    <a:p>
                      <a:pPr algn="l" fontAlgn="ctr">
                        <a:buNone/>
                      </a:pPr>
                      <a:r>
                        <a:rPr lang="en-PH" sz="2400" u="none" strike="noStrike" dirty="0">
                          <a:effectLst/>
                        </a:rPr>
                        <a:t>Large amounts of water may be needed for irrigation.</a:t>
                      </a:r>
                      <a:endParaRPr lang="en-PH" sz="2400" b="0" i="0" u="none" strike="noStrike" dirty="0">
                        <a:solidFill>
                          <a:srgbClr val="000000"/>
                        </a:solidFill>
                        <a:effectLst/>
                        <a:latin typeface="Aptos Narrow" panose="020B0004020202020204" pitchFamily="34" charset="0"/>
                      </a:endParaRPr>
                    </a:p>
                  </a:txBody>
                  <a:tcPr marL="6084" marR="6084" marT="6084" marB="0" anchor="ctr"/>
                </a:tc>
                <a:tc>
                  <a:txBody>
                    <a:bodyPr/>
                    <a:lstStyle/>
                    <a:p>
                      <a:pPr algn="l" fontAlgn="ctr">
                        <a:buNone/>
                      </a:pPr>
                      <a:r>
                        <a:rPr lang="en-PH" sz="2400" u="none" strike="noStrike" dirty="0">
                          <a:effectLst/>
                        </a:rPr>
                        <a:t>Increased pressure on rivers and aquifers.</a:t>
                      </a:r>
                      <a:endParaRPr lang="en-PH" sz="2400" b="0" i="0" u="none" strike="noStrike" dirty="0">
                        <a:solidFill>
                          <a:srgbClr val="000000"/>
                        </a:solidFill>
                        <a:effectLst/>
                        <a:latin typeface="Aptos Narrow" panose="020B0004020202020204" pitchFamily="34" charset="0"/>
                      </a:endParaRPr>
                    </a:p>
                  </a:txBody>
                  <a:tcPr marL="6084" marR="6084" marT="6084" marB="0" anchor="ctr"/>
                </a:tc>
                <a:extLst>
                  <a:ext uri="{0D108BD9-81ED-4DB2-BD59-A6C34878D82A}">
                    <a16:rowId xmlns:a16="http://schemas.microsoft.com/office/drawing/2014/main" val="393805420"/>
                  </a:ext>
                </a:extLst>
              </a:tr>
            </a:tbl>
          </a:graphicData>
        </a:graphic>
      </p:graphicFrame>
    </p:spTree>
    <p:extLst>
      <p:ext uri="{BB962C8B-B14F-4D97-AF65-F5344CB8AC3E}">
        <p14:creationId xmlns:p14="http://schemas.microsoft.com/office/powerpoint/2010/main" val="839260594"/>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BCCA4-8E43-AC60-5072-3715014AFFA5}"/>
              </a:ext>
            </a:extLst>
          </p:cNvPr>
          <p:cNvSpPr>
            <a:spLocks noGrp="1"/>
          </p:cNvSpPr>
          <p:nvPr>
            <p:ph type="title"/>
          </p:nvPr>
        </p:nvSpPr>
        <p:spPr/>
        <p:txBody>
          <a:bodyPr/>
          <a:lstStyle/>
          <a:p>
            <a:r>
              <a:rPr lang="en-PH" dirty="0"/>
              <a:t>SALTWATER INTRUSION</a:t>
            </a:r>
          </a:p>
        </p:txBody>
      </p:sp>
      <p:sp>
        <p:nvSpPr>
          <p:cNvPr id="3" name="Content Placeholder 2">
            <a:extLst>
              <a:ext uri="{FF2B5EF4-FFF2-40B4-BE49-F238E27FC236}">
                <a16:creationId xmlns:a16="http://schemas.microsoft.com/office/drawing/2014/main" id="{DE3A3FBA-4914-81BA-8A9C-5C3C02E492C8}"/>
              </a:ext>
            </a:extLst>
          </p:cNvPr>
          <p:cNvSpPr>
            <a:spLocks noGrp="1"/>
          </p:cNvSpPr>
          <p:nvPr>
            <p:ph idx="1"/>
          </p:nvPr>
        </p:nvSpPr>
        <p:spPr/>
        <p:txBody>
          <a:bodyPr/>
          <a:lstStyle/>
          <a:p>
            <a:r>
              <a:rPr lang="en-PH" sz="2400" b="1" dirty="0"/>
              <a:t>Saltwater intrusion</a:t>
            </a:r>
            <a:r>
              <a:rPr lang="en-PH" sz="2400" dirty="0"/>
              <a:t> occurs when seawater moves into freshwater groundwater systems, particularly in coastal areas.</a:t>
            </a:r>
          </a:p>
          <a:p>
            <a:r>
              <a:rPr lang="en-PH" sz="2400" dirty="0"/>
              <a:t>Normally, freshwater in a coastal aquifer helps prevent seawater from moving inland. However, </a:t>
            </a:r>
            <a:r>
              <a:rPr lang="en-PH" sz="2400" b="1" dirty="0"/>
              <a:t>excessive groundwater pumping </a:t>
            </a:r>
            <a:r>
              <a:rPr lang="en-PH" sz="2400" dirty="0"/>
              <a:t>can lower the groundwater level.</a:t>
            </a:r>
          </a:p>
          <a:p>
            <a:pPr marL="0" indent="0">
              <a:buNone/>
            </a:pPr>
            <a:r>
              <a:rPr lang="en-PH" sz="2400" b="1" dirty="0"/>
              <a:t>Process</a:t>
            </a:r>
          </a:p>
          <a:p>
            <a:r>
              <a:rPr lang="en-PH" sz="2400" b="1" dirty="0"/>
              <a:t>Excessive groundwater pumping → groundwater level decreases → pressure of freshwater decreases → seawater moves inland → groundwater becomes salty</a:t>
            </a:r>
            <a:endParaRPr lang="en-PH" sz="2400" dirty="0"/>
          </a:p>
          <a:p>
            <a:endParaRPr lang="en-PH" dirty="0"/>
          </a:p>
        </p:txBody>
      </p:sp>
    </p:spTree>
    <p:extLst>
      <p:ext uri="{BB962C8B-B14F-4D97-AF65-F5344CB8AC3E}">
        <p14:creationId xmlns:p14="http://schemas.microsoft.com/office/powerpoint/2010/main" val="21245578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2928117C-9446-4E7F-AE62-95E0F6DB5B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28" name="Rectangle 27">
            <a:extLst>
              <a:ext uri="{FF2B5EF4-FFF2-40B4-BE49-F238E27FC236}">
                <a16:creationId xmlns:a16="http://schemas.microsoft.com/office/drawing/2014/main" id="{84D30AFB-4D71-48B0-AA00-28EE92363A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30" name="Rectangle 29">
            <a:extLst>
              <a:ext uri="{FF2B5EF4-FFF2-40B4-BE49-F238E27FC236}">
                <a16:creationId xmlns:a16="http://schemas.microsoft.com/office/drawing/2014/main" id="{96A0B76F-8010-4C62-B4B6-C5FC438C0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32" name="Rectangle 31">
            <a:extLst>
              <a:ext uri="{FF2B5EF4-FFF2-40B4-BE49-F238E27FC236}">
                <a16:creationId xmlns:a16="http://schemas.microsoft.com/office/drawing/2014/main" id="{9FC936C0-4624-438D-BDD0-6B296BD640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34" name="Rectangle 33">
            <a:extLst>
              <a:ext uri="{FF2B5EF4-FFF2-40B4-BE49-F238E27FC236}">
                <a16:creationId xmlns:a16="http://schemas.microsoft.com/office/drawing/2014/main" id="{42D4960A-896E-4F6B-BF65-B4662AC9DE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Gill Sans MT" panose="020B0502020104020203"/>
              <a:ea typeface="+mn-ea"/>
              <a:cs typeface="+mn-cs"/>
            </a:endParaRPr>
          </a:p>
        </p:txBody>
      </p:sp>
      <p:sp>
        <p:nvSpPr>
          <p:cNvPr id="36" name="Rectangle 35">
            <a:extLst>
              <a:ext uri="{FF2B5EF4-FFF2-40B4-BE49-F238E27FC236}">
                <a16:creationId xmlns:a16="http://schemas.microsoft.com/office/drawing/2014/main" id="{5684944A-8803-462C-84C5-4576C56A77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19870" y="457199"/>
            <a:ext cx="3618827" cy="5175115"/>
          </a:xfrm>
          <a:prstGeom prst="rect">
            <a:avLst/>
          </a:prstGeom>
          <a:solidFill>
            <a:srgbClr val="36434D"/>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2" name="Title 1">
            <a:extLst>
              <a:ext uri="{FF2B5EF4-FFF2-40B4-BE49-F238E27FC236}">
                <a16:creationId xmlns:a16="http://schemas.microsoft.com/office/drawing/2014/main" id="{C477956B-16A7-EF5C-DE10-6C639C438D6A}"/>
              </a:ext>
            </a:extLst>
          </p:cNvPr>
          <p:cNvSpPr>
            <a:spLocks noGrp="1"/>
          </p:cNvSpPr>
          <p:nvPr>
            <p:ph type="title"/>
          </p:nvPr>
        </p:nvSpPr>
        <p:spPr>
          <a:xfrm>
            <a:off x="8442101" y="1100665"/>
            <a:ext cx="3132638" cy="4278731"/>
          </a:xfrm>
        </p:spPr>
        <p:txBody>
          <a:bodyPr vert="horz" lIns="91440" tIns="45720" rIns="91440" bIns="45720" rtlCol="0" anchor="ctr">
            <a:normAutofit/>
          </a:bodyPr>
          <a:lstStyle/>
          <a:p>
            <a:r>
              <a:rPr lang="en-US" sz="2800">
                <a:solidFill>
                  <a:srgbClr val="FFFFFF"/>
                </a:solidFill>
              </a:rPr>
              <a:t>Understanding Groundwater</a:t>
            </a:r>
          </a:p>
        </p:txBody>
      </p:sp>
      <p:pic>
        <p:nvPicPr>
          <p:cNvPr id="6" name="Picture 5" descr="Ground Water Hydrology | PPTX">
            <a:extLst>
              <a:ext uri="{FF2B5EF4-FFF2-40B4-BE49-F238E27FC236}">
                <a16:creationId xmlns:a16="http://schemas.microsoft.com/office/drawing/2014/main" id="{C027D6A6-D27E-05A2-5024-D255AF22A0FA}"/>
              </a:ext>
            </a:extLst>
          </p:cNvPr>
          <p:cNvPicPr>
            <a:picLocks noChangeAspect="1"/>
          </p:cNvPicPr>
          <p:nvPr/>
        </p:nvPicPr>
        <p:blipFill>
          <a:blip r:embed="rId2"/>
          <a:srcRect l="881" t="16791" r="2647" b="3"/>
          <a:stretch>
            <a:fillRect/>
          </a:stretch>
        </p:blipFill>
        <p:spPr>
          <a:xfrm>
            <a:off x="410790" y="1005840"/>
            <a:ext cx="7588885" cy="4909050"/>
          </a:xfrm>
          <a:prstGeom prst="rect">
            <a:avLst/>
          </a:prstGeom>
        </p:spPr>
      </p:pic>
      <p:sp>
        <p:nvSpPr>
          <p:cNvPr id="38" name="Rectangle 37">
            <a:extLst>
              <a:ext uri="{FF2B5EF4-FFF2-40B4-BE49-F238E27FC236}">
                <a16:creationId xmlns:a16="http://schemas.microsoft.com/office/drawing/2014/main" id="{E07F3B49-8C20-42F5-831D-59306D05F6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19870" y="5707627"/>
            <a:ext cx="3618828" cy="64922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Tree>
    <p:extLst>
      <p:ext uri="{BB962C8B-B14F-4D97-AF65-F5344CB8AC3E}">
        <p14:creationId xmlns:p14="http://schemas.microsoft.com/office/powerpoint/2010/main" val="15335621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D135F-F0D4-1791-505D-C1AF7C0FC5E4}"/>
              </a:ext>
            </a:extLst>
          </p:cNvPr>
          <p:cNvSpPr>
            <a:spLocks noGrp="1"/>
          </p:cNvSpPr>
          <p:nvPr>
            <p:ph type="title"/>
          </p:nvPr>
        </p:nvSpPr>
        <p:spPr>
          <a:xfrm>
            <a:off x="581192" y="702156"/>
            <a:ext cx="11029616" cy="1013800"/>
          </a:xfrm>
        </p:spPr>
        <p:txBody>
          <a:bodyPr>
            <a:normAutofit/>
          </a:bodyPr>
          <a:lstStyle/>
          <a:p>
            <a:r>
              <a:rPr lang="en-US" b="1">
                <a:solidFill>
                  <a:srgbClr val="FFFFFF"/>
                </a:solidFill>
              </a:rPr>
              <a:t>Groundwater</a:t>
            </a:r>
            <a:br>
              <a:rPr lang="en-US" b="1">
                <a:solidFill>
                  <a:srgbClr val="FFFFFF"/>
                </a:solidFill>
              </a:rPr>
            </a:br>
            <a:endParaRPr lang="en-PH">
              <a:solidFill>
                <a:srgbClr val="FFFFFF"/>
              </a:solidFill>
            </a:endParaRPr>
          </a:p>
        </p:txBody>
      </p:sp>
      <p:sp useBgFill="1">
        <p:nvSpPr>
          <p:cNvPr id="15" name="Rectangle 14">
            <a:extLst>
              <a:ext uri="{FF2B5EF4-FFF2-40B4-BE49-F238E27FC236}">
                <a16:creationId xmlns:a16="http://schemas.microsoft.com/office/drawing/2014/main" id="{9E661D03-4DD4-45E7-A047-ED722E826D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2180496"/>
            <a:ext cx="5404639" cy="4045683"/>
          </a:xfrm>
          <a:prstGeom prst="rect">
            <a:avLst/>
          </a:prstGeom>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Ground Water Hydrology | PPTX">
            <a:extLst>
              <a:ext uri="{FF2B5EF4-FFF2-40B4-BE49-F238E27FC236}">
                <a16:creationId xmlns:a16="http://schemas.microsoft.com/office/drawing/2014/main" id="{98CD6DC1-097D-AB91-74A5-8D48E5E02DCF}"/>
              </a:ext>
            </a:extLst>
          </p:cNvPr>
          <p:cNvPicPr>
            <a:picLocks noChangeAspect="1"/>
          </p:cNvPicPr>
          <p:nvPr/>
        </p:nvPicPr>
        <p:blipFill>
          <a:blip r:embed="rId2"/>
          <a:stretch>
            <a:fillRect/>
          </a:stretch>
        </p:blipFill>
        <p:spPr>
          <a:xfrm>
            <a:off x="705675" y="2361056"/>
            <a:ext cx="4865625" cy="3649219"/>
          </a:xfrm>
          <a:prstGeom prst="rect">
            <a:avLst/>
          </a:prstGeom>
        </p:spPr>
      </p:pic>
      <p:sp>
        <p:nvSpPr>
          <p:cNvPr id="3" name="Content Placeholder 2">
            <a:extLst>
              <a:ext uri="{FF2B5EF4-FFF2-40B4-BE49-F238E27FC236}">
                <a16:creationId xmlns:a16="http://schemas.microsoft.com/office/drawing/2014/main" id="{F969A62F-7C96-E6F1-3142-EA8200F88A45}"/>
              </a:ext>
            </a:extLst>
          </p:cNvPr>
          <p:cNvSpPr>
            <a:spLocks noGrp="1"/>
          </p:cNvSpPr>
          <p:nvPr>
            <p:ph idx="1"/>
          </p:nvPr>
        </p:nvSpPr>
        <p:spPr>
          <a:xfrm>
            <a:off x="6335805" y="2180496"/>
            <a:ext cx="5275001" cy="4045683"/>
          </a:xfrm>
        </p:spPr>
        <p:txBody>
          <a:bodyPr>
            <a:normAutofit fontScale="92500" lnSpcReduction="20000"/>
          </a:bodyPr>
          <a:lstStyle/>
          <a:p>
            <a:pPr marL="0" indent="0">
              <a:lnSpc>
                <a:spcPct val="90000"/>
              </a:lnSpc>
              <a:buNone/>
            </a:pPr>
            <a:r>
              <a:rPr lang="en-PH" sz="2400" b="1" dirty="0"/>
              <a:t>Groundwater</a:t>
            </a:r>
            <a:r>
              <a:rPr lang="en-PH" sz="2400" dirty="0"/>
              <a:t> is water stored below Earth's surface in the spaces and cracks within soil, sand, gravel, and rocks.</a:t>
            </a:r>
          </a:p>
          <a:p>
            <a:pPr>
              <a:lnSpc>
                <a:spcPct val="90000"/>
              </a:lnSpc>
            </a:pPr>
            <a:endParaRPr lang="en-PH" sz="1500" dirty="0"/>
          </a:p>
          <a:p>
            <a:pPr>
              <a:lnSpc>
                <a:spcPct val="90000"/>
              </a:lnSpc>
            </a:pPr>
            <a:r>
              <a:rPr lang="en-PH" sz="2400" b="1" dirty="0"/>
              <a:t>Water table</a:t>
            </a:r>
            <a:r>
              <a:rPr lang="en-PH" sz="2400" dirty="0"/>
              <a:t>: The upper level of the saturated groundwater zone.</a:t>
            </a:r>
          </a:p>
          <a:p>
            <a:pPr>
              <a:lnSpc>
                <a:spcPct val="90000"/>
              </a:lnSpc>
            </a:pPr>
            <a:r>
              <a:rPr lang="en-PH" sz="2400" dirty="0"/>
              <a:t>An </a:t>
            </a:r>
            <a:r>
              <a:rPr lang="en-PH" sz="2400" b="1" dirty="0"/>
              <a:t>aquifer</a:t>
            </a:r>
            <a:r>
              <a:rPr lang="en-PH" sz="2400" dirty="0"/>
              <a:t> is a layer of permeable rock, sediment, or soil that can </a:t>
            </a:r>
            <a:r>
              <a:rPr lang="en-PH" sz="2400" b="1" dirty="0"/>
              <a:t>store and transmit groundwater</a:t>
            </a:r>
            <a:r>
              <a:rPr lang="en-PH" sz="2400" dirty="0"/>
              <a:t>.</a:t>
            </a:r>
          </a:p>
          <a:p>
            <a:pPr lvl="2">
              <a:lnSpc>
                <a:spcPct val="90000"/>
              </a:lnSpc>
            </a:pPr>
            <a:r>
              <a:rPr lang="en-US" sz="2400" b="1" dirty="0"/>
              <a:t>Unconfined</a:t>
            </a:r>
            <a:r>
              <a:rPr lang="en-US" sz="2400" dirty="0"/>
              <a:t> - </a:t>
            </a:r>
            <a:r>
              <a:rPr lang="en-US" sz="2400" i="1" dirty="0"/>
              <a:t>open, shallow, easily affected</a:t>
            </a:r>
            <a:endParaRPr lang="en-US" sz="2400" dirty="0"/>
          </a:p>
          <a:p>
            <a:pPr lvl="2">
              <a:lnSpc>
                <a:spcPct val="90000"/>
              </a:lnSpc>
            </a:pPr>
            <a:r>
              <a:rPr lang="en-US" sz="2400" b="1" dirty="0"/>
              <a:t>Confined</a:t>
            </a:r>
            <a:r>
              <a:rPr lang="en-US" sz="2400" dirty="0"/>
              <a:t> - </a:t>
            </a:r>
            <a:r>
              <a:rPr lang="en-US" sz="2400" i="1" dirty="0"/>
              <a:t>covered, deep, under pressure</a:t>
            </a:r>
            <a:endParaRPr lang="en-US" sz="2400" dirty="0"/>
          </a:p>
        </p:txBody>
      </p:sp>
    </p:spTree>
    <p:extLst>
      <p:ext uri="{BB962C8B-B14F-4D97-AF65-F5344CB8AC3E}">
        <p14:creationId xmlns:p14="http://schemas.microsoft.com/office/powerpoint/2010/main" val="3957383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A97CA5D-BCDD-4F61-B77F-34068368B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Green and dry land">
            <a:extLst>
              <a:ext uri="{FF2B5EF4-FFF2-40B4-BE49-F238E27FC236}">
                <a16:creationId xmlns:a16="http://schemas.microsoft.com/office/drawing/2014/main" id="{AA5B2CB0-27A5-1807-A7EC-5F641AACC51D}"/>
              </a:ext>
            </a:extLst>
          </p:cNvPr>
          <p:cNvPicPr>
            <a:picLocks noChangeAspect="1"/>
          </p:cNvPicPr>
          <p:nvPr/>
        </p:nvPicPr>
        <p:blipFill>
          <a:blip r:embed="rId2">
            <a:duotone>
              <a:schemeClr val="bg2">
                <a:shade val="45000"/>
                <a:satMod val="135000"/>
              </a:schemeClr>
              <a:prstClr val="white"/>
            </a:duotone>
            <a:alphaModFix amt="35000"/>
          </a:blip>
          <a:srcRect l="3160" r="10616" b="-1"/>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BB80117C-7F39-43C5-86D0-1B3E99AB5E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2" name="Title 1">
            <a:extLst>
              <a:ext uri="{FF2B5EF4-FFF2-40B4-BE49-F238E27FC236}">
                <a16:creationId xmlns:a16="http://schemas.microsoft.com/office/drawing/2014/main" id="{18BFF5BD-74BE-F522-4BA5-0DCD41FE53DB}"/>
              </a:ext>
            </a:extLst>
          </p:cNvPr>
          <p:cNvSpPr>
            <a:spLocks noGrp="1"/>
          </p:cNvSpPr>
          <p:nvPr>
            <p:ph type="title"/>
          </p:nvPr>
        </p:nvSpPr>
        <p:spPr>
          <a:xfrm>
            <a:off x="581192" y="702156"/>
            <a:ext cx="11029616" cy="1013800"/>
          </a:xfrm>
        </p:spPr>
        <p:txBody>
          <a:bodyPr>
            <a:normAutofit/>
          </a:bodyPr>
          <a:lstStyle/>
          <a:p>
            <a:r>
              <a:rPr lang="en-PH" b="1" dirty="0"/>
              <a:t>Groundwater Recharge</a:t>
            </a:r>
            <a:br>
              <a:rPr lang="en-PH" b="1" dirty="0"/>
            </a:br>
            <a:endParaRPr lang="en-PH" dirty="0">
              <a:solidFill>
                <a:srgbClr val="FFFFFF"/>
              </a:solidFill>
            </a:endParaRPr>
          </a:p>
        </p:txBody>
      </p:sp>
      <p:grpSp>
        <p:nvGrpSpPr>
          <p:cNvPr id="13" name="Group 12">
            <a:extLst>
              <a:ext uri="{FF2B5EF4-FFF2-40B4-BE49-F238E27FC236}">
                <a16:creationId xmlns:a16="http://schemas.microsoft.com/office/drawing/2014/main" id="{22A9BB93-2DF4-4EFD-94C3-A0CC895CDE6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4" name="Rectangle 13">
              <a:extLst>
                <a:ext uri="{FF2B5EF4-FFF2-40B4-BE49-F238E27FC236}">
                  <a16:creationId xmlns:a16="http://schemas.microsoft.com/office/drawing/2014/main" id="{50B3C702-83B2-4274-BF5A-C42475E280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15" name="Rectangle 14">
              <a:extLst>
                <a:ext uri="{FF2B5EF4-FFF2-40B4-BE49-F238E27FC236}">
                  <a16:creationId xmlns:a16="http://schemas.microsoft.com/office/drawing/2014/main" id="{5B7BEE93-7680-4E07-8B35-53D4D53F29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16" name="Rectangle 15">
              <a:extLst>
                <a:ext uri="{FF2B5EF4-FFF2-40B4-BE49-F238E27FC236}">
                  <a16:creationId xmlns:a16="http://schemas.microsoft.com/office/drawing/2014/main" id="{5626784A-218C-4257-AC79-DD5BC6EF9A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grpSp>
      <p:sp>
        <p:nvSpPr>
          <p:cNvPr id="3" name="Content Placeholder 2">
            <a:extLst>
              <a:ext uri="{FF2B5EF4-FFF2-40B4-BE49-F238E27FC236}">
                <a16:creationId xmlns:a16="http://schemas.microsoft.com/office/drawing/2014/main" id="{BF197E2F-C9B5-9209-F801-A20B240AA93C}"/>
              </a:ext>
            </a:extLst>
          </p:cNvPr>
          <p:cNvSpPr>
            <a:spLocks noGrp="1"/>
          </p:cNvSpPr>
          <p:nvPr>
            <p:ph idx="1"/>
          </p:nvPr>
        </p:nvSpPr>
        <p:spPr>
          <a:xfrm>
            <a:off x="581192" y="2013858"/>
            <a:ext cx="11029615" cy="4463142"/>
          </a:xfrm>
        </p:spPr>
        <p:txBody>
          <a:bodyPr>
            <a:normAutofit/>
          </a:bodyPr>
          <a:lstStyle/>
          <a:p>
            <a:r>
              <a:rPr lang="en-PH" sz="2800" b="1" dirty="0"/>
              <a:t>Groundwater recharge</a:t>
            </a:r>
            <a:r>
              <a:rPr lang="en-PH" sz="2800" dirty="0"/>
              <a:t> is the process by which water moves from the surface into the soil and eventually reaches underground aquifers, replenishing groundwater supplies. It helps maintain water availability, prevents groundwater depletion, and reduces the risk of land subsidence.</a:t>
            </a:r>
          </a:p>
          <a:p>
            <a:pPr fontAlgn="t">
              <a:buNone/>
            </a:pPr>
            <a:r>
              <a:rPr lang="en-PH" sz="2800" b="1" dirty="0"/>
              <a:t>Methods:</a:t>
            </a:r>
            <a:endParaRPr lang="en-PH" sz="2800" dirty="0"/>
          </a:p>
          <a:p>
            <a:pPr marL="324000" lvl="1" indent="0" fontAlgn="t">
              <a:buNone/>
            </a:pPr>
            <a:r>
              <a:rPr lang="en-PH" sz="2800" dirty="0"/>
              <a:t>A. </a:t>
            </a:r>
            <a:r>
              <a:rPr lang="en-PH" sz="2800" b="1" dirty="0"/>
              <a:t>Natural</a:t>
            </a:r>
            <a:r>
              <a:rPr lang="en-PH" sz="2800" dirty="0"/>
              <a:t> Groundwater Recharge</a:t>
            </a:r>
          </a:p>
          <a:p>
            <a:pPr marL="324000" lvl="1" indent="0" fontAlgn="t">
              <a:buNone/>
            </a:pPr>
            <a:r>
              <a:rPr lang="en-PH" sz="2800" dirty="0"/>
              <a:t>B. </a:t>
            </a:r>
            <a:r>
              <a:rPr lang="en-PH" sz="2800" b="1" dirty="0"/>
              <a:t>Artificial or Managed </a:t>
            </a:r>
            <a:r>
              <a:rPr lang="en-PH" sz="2800" dirty="0"/>
              <a:t>Groundwater Recharge</a:t>
            </a:r>
          </a:p>
          <a:p>
            <a:endParaRPr lang="en-PH" dirty="0"/>
          </a:p>
        </p:txBody>
      </p:sp>
    </p:spTree>
    <p:extLst>
      <p:ext uri="{BB962C8B-B14F-4D97-AF65-F5344CB8AC3E}">
        <p14:creationId xmlns:p14="http://schemas.microsoft.com/office/powerpoint/2010/main" val="2155349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7CFB5-D5CA-3FE6-8A40-A4B331797B23}"/>
              </a:ext>
            </a:extLst>
          </p:cNvPr>
          <p:cNvSpPr>
            <a:spLocks noGrp="1"/>
          </p:cNvSpPr>
          <p:nvPr>
            <p:ph type="title"/>
          </p:nvPr>
        </p:nvSpPr>
        <p:spPr/>
        <p:txBody>
          <a:bodyPr/>
          <a:lstStyle/>
          <a:p>
            <a:r>
              <a:rPr lang="en-PH" dirty="0"/>
              <a:t>A. </a:t>
            </a:r>
            <a:r>
              <a:rPr lang="en-PH" b="1" dirty="0"/>
              <a:t>Natural</a:t>
            </a:r>
            <a:r>
              <a:rPr lang="en-PH" dirty="0"/>
              <a:t> Groundwater Recharge</a:t>
            </a:r>
            <a:br>
              <a:rPr lang="en-PH" dirty="0"/>
            </a:br>
            <a:endParaRPr lang="en-PH" dirty="0"/>
          </a:p>
        </p:txBody>
      </p:sp>
      <p:graphicFrame>
        <p:nvGraphicFramePr>
          <p:cNvPr id="5" name="Table 4">
            <a:extLst>
              <a:ext uri="{FF2B5EF4-FFF2-40B4-BE49-F238E27FC236}">
                <a16:creationId xmlns:a16="http://schemas.microsoft.com/office/drawing/2014/main" id="{CC6FDF99-9B7A-9AFD-CBA6-BADEEE000CF1}"/>
              </a:ext>
            </a:extLst>
          </p:cNvPr>
          <p:cNvGraphicFramePr>
            <a:graphicFrameLocks noGrp="1"/>
          </p:cNvGraphicFramePr>
          <p:nvPr>
            <p:extLst>
              <p:ext uri="{D42A27DB-BD31-4B8C-83A1-F6EECF244321}">
                <p14:modId xmlns:p14="http://schemas.microsoft.com/office/powerpoint/2010/main" val="1999065402"/>
              </p:ext>
            </p:extLst>
          </p:nvPr>
        </p:nvGraphicFramePr>
        <p:xfrm>
          <a:off x="581192" y="2164241"/>
          <a:ext cx="11292145" cy="3769890"/>
        </p:xfrm>
        <a:graphic>
          <a:graphicData uri="http://schemas.openxmlformats.org/drawingml/2006/table">
            <a:tbl>
              <a:tblPr firstRow="1" bandRow="1">
                <a:tableStyleId>{93296810-A885-4BE3-A3E7-6D5BEEA58F35}</a:tableStyleId>
              </a:tblPr>
              <a:tblGrid>
                <a:gridCol w="1879808">
                  <a:extLst>
                    <a:ext uri="{9D8B030D-6E8A-4147-A177-3AD203B41FA5}">
                      <a16:colId xmlns:a16="http://schemas.microsoft.com/office/drawing/2014/main" val="1332381130"/>
                    </a:ext>
                  </a:extLst>
                </a:gridCol>
                <a:gridCol w="6287015">
                  <a:extLst>
                    <a:ext uri="{9D8B030D-6E8A-4147-A177-3AD203B41FA5}">
                      <a16:colId xmlns:a16="http://schemas.microsoft.com/office/drawing/2014/main" val="2582627502"/>
                    </a:ext>
                  </a:extLst>
                </a:gridCol>
                <a:gridCol w="3125322">
                  <a:extLst>
                    <a:ext uri="{9D8B030D-6E8A-4147-A177-3AD203B41FA5}">
                      <a16:colId xmlns:a16="http://schemas.microsoft.com/office/drawing/2014/main" val="1880074750"/>
                    </a:ext>
                  </a:extLst>
                </a:gridCol>
              </a:tblGrid>
              <a:tr h="556394">
                <a:tc>
                  <a:txBody>
                    <a:bodyPr/>
                    <a:lstStyle/>
                    <a:p>
                      <a:pPr algn="ctr" fontAlgn="ctr">
                        <a:buNone/>
                      </a:pPr>
                      <a:endParaRPr lang="en-PH" sz="2900" b="1" i="0" u="none" strike="noStrike" dirty="0">
                        <a:solidFill>
                          <a:srgbClr val="000000"/>
                        </a:solidFill>
                        <a:effectLst/>
                        <a:latin typeface="Aptos Narrow" panose="020B0004020202020204" pitchFamily="34" charset="0"/>
                      </a:endParaRPr>
                    </a:p>
                  </a:txBody>
                  <a:tcPr marL="13295" marR="13295" marT="13295" marB="0" anchor="ctr"/>
                </a:tc>
                <a:tc>
                  <a:txBody>
                    <a:bodyPr/>
                    <a:lstStyle/>
                    <a:p>
                      <a:pPr algn="ctr" fontAlgn="ctr">
                        <a:buNone/>
                      </a:pPr>
                      <a:r>
                        <a:rPr lang="en-PH" sz="2900" u="none" strike="noStrike" dirty="0">
                          <a:effectLst/>
                        </a:rPr>
                        <a:t>Explanation</a:t>
                      </a:r>
                      <a:endParaRPr lang="en-PH" sz="2900" b="1" i="0" u="none" strike="noStrike" dirty="0">
                        <a:solidFill>
                          <a:srgbClr val="000000"/>
                        </a:solidFill>
                        <a:effectLst/>
                        <a:latin typeface="Aptos Narrow" panose="020B0004020202020204" pitchFamily="34" charset="0"/>
                      </a:endParaRPr>
                    </a:p>
                  </a:txBody>
                  <a:tcPr marL="13295" marR="13295" marT="13295" marB="0" anchor="ctr"/>
                </a:tc>
                <a:tc>
                  <a:txBody>
                    <a:bodyPr/>
                    <a:lstStyle/>
                    <a:p>
                      <a:pPr algn="ctr" fontAlgn="ctr">
                        <a:buNone/>
                      </a:pPr>
                      <a:r>
                        <a:rPr lang="en-PH" sz="2900" u="none" strike="noStrike">
                          <a:effectLst/>
                        </a:rPr>
                        <a:t>Example</a:t>
                      </a:r>
                      <a:endParaRPr lang="en-PH" sz="2900" b="1" i="0" u="none" strike="noStrike">
                        <a:solidFill>
                          <a:srgbClr val="000000"/>
                        </a:solidFill>
                        <a:effectLst/>
                        <a:latin typeface="Aptos Narrow" panose="020B0004020202020204" pitchFamily="34" charset="0"/>
                      </a:endParaRPr>
                    </a:p>
                  </a:txBody>
                  <a:tcPr marL="13295" marR="13295" marT="13295" marB="0" anchor="ctr"/>
                </a:tc>
                <a:extLst>
                  <a:ext uri="{0D108BD9-81ED-4DB2-BD59-A6C34878D82A}">
                    <a16:rowId xmlns:a16="http://schemas.microsoft.com/office/drawing/2014/main" val="166605282"/>
                  </a:ext>
                </a:extLst>
              </a:tr>
              <a:tr h="1432361">
                <a:tc>
                  <a:txBody>
                    <a:bodyPr/>
                    <a:lstStyle/>
                    <a:p>
                      <a:pPr algn="l" fontAlgn="ctr">
                        <a:buNone/>
                      </a:pPr>
                      <a:r>
                        <a:rPr lang="en-PH" sz="2900" b="1" u="none" strike="noStrike" dirty="0">
                          <a:effectLst/>
                        </a:rPr>
                        <a:t>1. Rainfall infiltration</a:t>
                      </a:r>
                      <a:endParaRPr lang="en-PH" sz="2900" b="1" i="0" u="none" strike="noStrike" dirty="0">
                        <a:solidFill>
                          <a:srgbClr val="000000"/>
                        </a:solidFill>
                        <a:effectLst/>
                        <a:latin typeface="Aptos Narrow" panose="020B0004020202020204" pitchFamily="34" charset="0"/>
                      </a:endParaRPr>
                    </a:p>
                  </a:txBody>
                  <a:tcPr marL="13295" marR="13295" marT="13295" marB="0" anchor="ctr"/>
                </a:tc>
                <a:tc>
                  <a:txBody>
                    <a:bodyPr/>
                    <a:lstStyle/>
                    <a:p>
                      <a:pPr algn="l" fontAlgn="ctr">
                        <a:buNone/>
                      </a:pPr>
                      <a:r>
                        <a:rPr lang="en-PH" sz="2900" u="none" strike="noStrike">
                          <a:effectLst/>
                        </a:rPr>
                        <a:t>Rainwater enters the soil and moves downward toward the groundwater system.</a:t>
                      </a:r>
                      <a:endParaRPr lang="en-PH" sz="2900" b="0" i="0" u="none" strike="noStrike">
                        <a:solidFill>
                          <a:srgbClr val="000000"/>
                        </a:solidFill>
                        <a:effectLst/>
                        <a:latin typeface="Aptos Narrow" panose="020B0004020202020204" pitchFamily="34" charset="0"/>
                      </a:endParaRPr>
                    </a:p>
                  </a:txBody>
                  <a:tcPr marL="13295" marR="13295" marT="13295" marB="0" anchor="ctr"/>
                </a:tc>
                <a:tc>
                  <a:txBody>
                    <a:bodyPr/>
                    <a:lstStyle/>
                    <a:p>
                      <a:pPr algn="l" fontAlgn="ctr">
                        <a:buNone/>
                      </a:pPr>
                      <a:r>
                        <a:rPr lang="en-PH" sz="2900" u="none" strike="noStrike" dirty="0">
                          <a:effectLst/>
                        </a:rPr>
                        <a:t>Rain falling on an open field.</a:t>
                      </a:r>
                      <a:endParaRPr lang="en-PH" sz="2900" b="0" i="0" u="none" strike="noStrike" dirty="0">
                        <a:solidFill>
                          <a:srgbClr val="000000"/>
                        </a:solidFill>
                        <a:effectLst/>
                        <a:latin typeface="Aptos Narrow" panose="020B0004020202020204" pitchFamily="34" charset="0"/>
                      </a:endParaRPr>
                    </a:p>
                  </a:txBody>
                  <a:tcPr marL="13295" marR="13295" marT="13295" marB="0" anchor="ctr"/>
                </a:tc>
                <a:extLst>
                  <a:ext uri="{0D108BD9-81ED-4DB2-BD59-A6C34878D82A}">
                    <a16:rowId xmlns:a16="http://schemas.microsoft.com/office/drawing/2014/main" val="3229702023"/>
                  </a:ext>
                </a:extLst>
              </a:tr>
              <a:tr h="1432361">
                <a:tc>
                  <a:txBody>
                    <a:bodyPr/>
                    <a:lstStyle/>
                    <a:p>
                      <a:pPr algn="l" fontAlgn="ctr">
                        <a:buNone/>
                      </a:pPr>
                      <a:r>
                        <a:rPr lang="en-PH" sz="2900" b="1" u="none" strike="noStrike" dirty="0">
                          <a:effectLst/>
                        </a:rPr>
                        <a:t>2. River and stream infiltration</a:t>
                      </a:r>
                      <a:endParaRPr lang="en-PH" sz="2900" b="1" i="0" u="none" strike="noStrike" dirty="0">
                        <a:solidFill>
                          <a:srgbClr val="000000"/>
                        </a:solidFill>
                        <a:effectLst/>
                        <a:latin typeface="Aptos Narrow" panose="020B0004020202020204" pitchFamily="34" charset="0"/>
                      </a:endParaRPr>
                    </a:p>
                  </a:txBody>
                  <a:tcPr marL="13295" marR="13295" marT="13295" marB="0" anchor="ctr"/>
                </a:tc>
                <a:tc>
                  <a:txBody>
                    <a:bodyPr/>
                    <a:lstStyle/>
                    <a:p>
                      <a:pPr algn="l" fontAlgn="ctr">
                        <a:buNone/>
                      </a:pPr>
                      <a:r>
                        <a:rPr lang="en-PH" sz="2900" u="none" strike="noStrike">
                          <a:effectLst/>
                        </a:rPr>
                        <a:t>Water from rivers and streams seeps through their beds into the ground.</a:t>
                      </a:r>
                      <a:endParaRPr lang="en-PH" sz="2900" b="0" i="0" u="none" strike="noStrike">
                        <a:solidFill>
                          <a:srgbClr val="000000"/>
                        </a:solidFill>
                        <a:effectLst/>
                        <a:latin typeface="Aptos Narrow" panose="020B0004020202020204" pitchFamily="34" charset="0"/>
                      </a:endParaRPr>
                    </a:p>
                  </a:txBody>
                  <a:tcPr marL="13295" marR="13295" marT="13295" marB="0" anchor="ctr"/>
                </a:tc>
                <a:tc>
                  <a:txBody>
                    <a:bodyPr/>
                    <a:lstStyle/>
                    <a:p>
                      <a:pPr algn="l" fontAlgn="ctr">
                        <a:buNone/>
                      </a:pPr>
                      <a:r>
                        <a:rPr lang="en-PH" sz="2900" u="none" strike="noStrike" dirty="0">
                          <a:effectLst/>
                        </a:rPr>
                        <a:t>A river replenishing a nearby aquifer </a:t>
                      </a:r>
                      <a:endParaRPr lang="en-PH" sz="2900" b="0" i="0" u="none" strike="noStrike" dirty="0">
                        <a:solidFill>
                          <a:srgbClr val="000000"/>
                        </a:solidFill>
                        <a:effectLst/>
                        <a:latin typeface="Aptos Narrow" panose="020B0004020202020204" pitchFamily="34" charset="0"/>
                      </a:endParaRPr>
                    </a:p>
                  </a:txBody>
                  <a:tcPr marL="13295" marR="13295" marT="13295" marB="0" anchor="ctr"/>
                </a:tc>
                <a:extLst>
                  <a:ext uri="{0D108BD9-81ED-4DB2-BD59-A6C34878D82A}">
                    <a16:rowId xmlns:a16="http://schemas.microsoft.com/office/drawing/2014/main" val="2931122206"/>
                  </a:ext>
                </a:extLst>
              </a:tr>
            </a:tbl>
          </a:graphicData>
        </a:graphic>
      </p:graphicFrame>
    </p:spTree>
    <p:extLst>
      <p:ext uri="{BB962C8B-B14F-4D97-AF65-F5344CB8AC3E}">
        <p14:creationId xmlns:p14="http://schemas.microsoft.com/office/powerpoint/2010/main" val="410261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FE61F-4D26-5E8E-A07C-F30FDC24F566}"/>
              </a:ext>
            </a:extLst>
          </p:cNvPr>
          <p:cNvSpPr>
            <a:spLocks noGrp="1"/>
          </p:cNvSpPr>
          <p:nvPr>
            <p:ph type="title"/>
          </p:nvPr>
        </p:nvSpPr>
        <p:spPr/>
        <p:txBody>
          <a:bodyPr/>
          <a:lstStyle/>
          <a:p>
            <a:r>
              <a:rPr lang="en-PH" dirty="0"/>
              <a:t>B. </a:t>
            </a:r>
            <a:r>
              <a:rPr lang="en-PH" b="1" dirty="0"/>
              <a:t>Artificial or Managed </a:t>
            </a:r>
            <a:r>
              <a:rPr lang="en-PH" dirty="0"/>
              <a:t>Groundwater Recharge</a:t>
            </a:r>
            <a:br>
              <a:rPr lang="en-PH" dirty="0"/>
            </a:br>
            <a:endParaRPr lang="en-PH" dirty="0"/>
          </a:p>
        </p:txBody>
      </p:sp>
      <p:graphicFrame>
        <p:nvGraphicFramePr>
          <p:cNvPr id="6" name="Table 5">
            <a:extLst>
              <a:ext uri="{FF2B5EF4-FFF2-40B4-BE49-F238E27FC236}">
                <a16:creationId xmlns:a16="http://schemas.microsoft.com/office/drawing/2014/main" id="{BF8966F4-82B8-E5F3-180B-1595C324332E}"/>
              </a:ext>
            </a:extLst>
          </p:cNvPr>
          <p:cNvGraphicFramePr>
            <a:graphicFrameLocks noGrp="1"/>
          </p:cNvGraphicFramePr>
          <p:nvPr>
            <p:extLst>
              <p:ext uri="{D42A27DB-BD31-4B8C-83A1-F6EECF244321}">
                <p14:modId xmlns:p14="http://schemas.microsoft.com/office/powerpoint/2010/main" val="2799022995"/>
              </p:ext>
            </p:extLst>
          </p:nvPr>
        </p:nvGraphicFramePr>
        <p:xfrm>
          <a:off x="449928" y="2019471"/>
          <a:ext cx="11292144" cy="4278648"/>
        </p:xfrm>
        <a:graphic>
          <a:graphicData uri="http://schemas.openxmlformats.org/drawingml/2006/table">
            <a:tbl>
              <a:tblPr firstRow="1" bandRow="1">
                <a:tableStyleId>{93296810-A885-4BE3-A3E7-6D5BEEA58F35}</a:tableStyleId>
              </a:tblPr>
              <a:tblGrid>
                <a:gridCol w="3098815">
                  <a:extLst>
                    <a:ext uri="{9D8B030D-6E8A-4147-A177-3AD203B41FA5}">
                      <a16:colId xmlns:a16="http://schemas.microsoft.com/office/drawing/2014/main" val="3909361630"/>
                    </a:ext>
                  </a:extLst>
                </a:gridCol>
                <a:gridCol w="4702628">
                  <a:extLst>
                    <a:ext uri="{9D8B030D-6E8A-4147-A177-3AD203B41FA5}">
                      <a16:colId xmlns:a16="http://schemas.microsoft.com/office/drawing/2014/main" val="220006727"/>
                    </a:ext>
                  </a:extLst>
                </a:gridCol>
                <a:gridCol w="3490701">
                  <a:extLst>
                    <a:ext uri="{9D8B030D-6E8A-4147-A177-3AD203B41FA5}">
                      <a16:colId xmlns:a16="http://schemas.microsoft.com/office/drawing/2014/main" val="721405022"/>
                    </a:ext>
                  </a:extLst>
                </a:gridCol>
              </a:tblGrid>
              <a:tr h="289605">
                <a:tc>
                  <a:txBody>
                    <a:bodyPr/>
                    <a:lstStyle/>
                    <a:p>
                      <a:pPr algn="ctr" fontAlgn="ctr">
                        <a:buNone/>
                      </a:pPr>
                      <a:r>
                        <a:rPr lang="en-PH" sz="2000" u="none" strike="noStrike" dirty="0">
                          <a:effectLst/>
                        </a:rPr>
                        <a:t>Method</a:t>
                      </a:r>
                      <a:endParaRPr lang="en-PH" sz="2000" b="1" i="0" u="none" strike="noStrike" dirty="0">
                        <a:solidFill>
                          <a:srgbClr val="000000"/>
                        </a:solidFill>
                        <a:effectLst/>
                        <a:latin typeface="Aptos Narrow" panose="020B0004020202020204" pitchFamily="34" charset="0"/>
                      </a:endParaRPr>
                    </a:p>
                  </a:txBody>
                  <a:tcPr marL="1908" marR="1908" marT="1908" marB="0" anchor="ctr"/>
                </a:tc>
                <a:tc>
                  <a:txBody>
                    <a:bodyPr/>
                    <a:lstStyle/>
                    <a:p>
                      <a:pPr algn="ctr" fontAlgn="ctr">
                        <a:buNone/>
                      </a:pPr>
                      <a:r>
                        <a:rPr lang="en-PH" sz="2000" u="none" strike="noStrike">
                          <a:effectLst/>
                        </a:rPr>
                        <a:t>Explanation</a:t>
                      </a:r>
                      <a:endParaRPr lang="en-PH" sz="2000" b="1" i="0" u="none" strike="noStrike">
                        <a:solidFill>
                          <a:srgbClr val="000000"/>
                        </a:solidFill>
                        <a:effectLst/>
                        <a:latin typeface="Aptos Narrow" panose="020B0004020202020204" pitchFamily="34" charset="0"/>
                      </a:endParaRPr>
                    </a:p>
                  </a:txBody>
                  <a:tcPr marL="1908" marR="1908" marT="1908" marB="0" anchor="ctr"/>
                </a:tc>
                <a:tc>
                  <a:txBody>
                    <a:bodyPr/>
                    <a:lstStyle/>
                    <a:p>
                      <a:pPr algn="ctr" fontAlgn="ctr">
                        <a:buNone/>
                      </a:pPr>
                      <a:r>
                        <a:rPr lang="en-PH" sz="2000" u="none" strike="noStrike">
                          <a:effectLst/>
                        </a:rPr>
                        <a:t>Example</a:t>
                      </a:r>
                      <a:endParaRPr lang="en-PH" sz="2000" b="1" i="0" u="none" strike="noStrike">
                        <a:solidFill>
                          <a:srgbClr val="000000"/>
                        </a:solidFill>
                        <a:effectLst/>
                        <a:latin typeface="Aptos Narrow" panose="020B0004020202020204" pitchFamily="34" charset="0"/>
                      </a:endParaRPr>
                    </a:p>
                  </a:txBody>
                  <a:tcPr marL="1908" marR="1908" marT="1908" marB="0" anchor="ctr"/>
                </a:tc>
                <a:extLst>
                  <a:ext uri="{0D108BD9-81ED-4DB2-BD59-A6C34878D82A}">
                    <a16:rowId xmlns:a16="http://schemas.microsoft.com/office/drawing/2014/main" val="854835015"/>
                  </a:ext>
                </a:extLst>
              </a:tr>
              <a:tr h="521619">
                <a:tc>
                  <a:txBody>
                    <a:bodyPr/>
                    <a:lstStyle/>
                    <a:p>
                      <a:pPr algn="l" fontAlgn="ctr">
                        <a:buNone/>
                      </a:pPr>
                      <a:r>
                        <a:rPr lang="en-PH" sz="2000" b="1" u="none" strike="noStrike" dirty="0">
                          <a:effectLst/>
                        </a:rPr>
                        <a:t>Recharge ponds/basins</a:t>
                      </a:r>
                      <a:endParaRPr lang="en-PH" sz="2000" b="1" i="0" u="none" strike="noStrike" dirty="0">
                        <a:solidFill>
                          <a:srgbClr val="000000"/>
                        </a:solidFill>
                        <a:effectLst/>
                        <a:latin typeface="Aptos Narrow" panose="020B0004020202020204" pitchFamily="34" charset="0"/>
                      </a:endParaRPr>
                    </a:p>
                  </a:txBody>
                  <a:tcPr marL="1908" marR="1908" marT="1908" marB="0" anchor="ctr"/>
                </a:tc>
                <a:tc>
                  <a:txBody>
                    <a:bodyPr/>
                    <a:lstStyle/>
                    <a:p>
                      <a:pPr algn="l" fontAlgn="ctr">
                        <a:buNone/>
                      </a:pPr>
                      <a:r>
                        <a:rPr lang="en-PH" sz="2000" u="none" strike="noStrike" dirty="0">
                          <a:effectLst/>
                        </a:rPr>
                        <a:t>Water is temporarily stored in shallow basins so it can slowly infiltrate into the ground.</a:t>
                      </a:r>
                      <a:endParaRPr lang="en-PH" sz="2000" b="0" i="0" u="none" strike="noStrike" dirty="0">
                        <a:solidFill>
                          <a:srgbClr val="000000"/>
                        </a:solidFill>
                        <a:effectLst/>
                        <a:latin typeface="Aptos Narrow" panose="020B0004020202020204" pitchFamily="34" charset="0"/>
                      </a:endParaRPr>
                    </a:p>
                  </a:txBody>
                  <a:tcPr marL="1908" marR="1908" marT="1908" marB="0" anchor="ctr"/>
                </a:tc>
                <a:tc>
                  <a:txBody>
                    <a:bodyPr/>
                    <a:lstStyle/>
                    <a:p>
                      <a:pPr algn="l" fontAlgn="ctr">
                        <a:buNone/>
                      </a:pPr>
                      <a:r>
                        <a:rPr lang="en-PH" sz="2000" u="none" strike="noStrike">
                          <a:effectLst/>
                        </a:rPr>
                        <a:t>A basin filled with collected rainwater</a:t>
                      </a:r>
                      <a:endParaRPr lang="en-PH" sz="2000" b="0" i="0" u="none" strike="noStrike">
                        <a:solidFill>
                          <a:srgbClr val="000000"/>
                        </a:solidFill>
                        <a:effectLst/>
                        <a:latin typeface="Aptos Narrow" panose="020B0004020202020204" pitchFamily="34" charset="0"/>
                      </a:endParaRPr>
                    </a:p>
                  </a:txBody>
                  <a:tcPr marL="1908" marR="1908" marT="1908" marB="0" anchor="ctr"/>
                </a:tc>
                <a:extLst>
                  <a:ext uri="{0D108BD9-81ED-4DB2-BD59-A6C34878D82A}">
                    <a16:rowId xmlns:a16="http://schemas.microsoft.com/office/drawing/2014/main" val="1480022762"/>
                  </a:ext>
                </a:extLst>
              </a:tr>
              <a:tr h="521619">
                <a:tc>
                  <a:txBody>
                    <a:bodyPr/>
                    <a:lstStyle/>
                    <a:p>
                      <a:pPr algn="l" fontAlgn="ctr">
                        <a:buNone/>
                      </a:pPr>
                      <a:r>
                        <a:rPr lang="en-PH" sz="2000" b="1" u="none" strike="noStrike" dirty="0">
                          <a:effectLst/>
                        </a:rPr>
                        <a:t>Percolation ponds</a:t>
                      </a:r>
                      <a:endParaRPr lang="en-PH" sz="2000" b="1" i="0" u="none" strike="noStrike" dirty="0">
                        <a:solidFill>
                          <a:srgbClr val="000000"/>
                        </a:solidFill>
                        <a:effectLst/>
                        <a:latin typeface="Aptos Narrow" panose="020B0004020202020204" pitchFamily="34" charset="0"/>
                      </a:endParaRPr>
                    </a:p>
                  </a:txBody>
                  <a:tcPr marL="1908" marR="1908" marT="1908" marB="0" anchor="ctr"/>
                </a:tc>
                <a:tc>
                  <a:txBody>
                    <a:bodyPr/>
                    <a:lstStyle/>
                    <a:p>
                      <a:pPr algn="l" fontAlgn="ctr">
                        <a:buNone/>
                      </a:pPr>
                      <a:r>
                        <a:rPr lang="en-PH" sz="2000" u="none" strike="noStrike" dirty="0">
                          <a:effectLst/>
                        </a:rPr>
                        <a:t>Ponds are specifically designed to allow water to seep downward into groundwater systems.</a:t>
                      </a:r>
                      <a:endParaRPr lang="en-PH" sz="2000" b="0" i="0" u="none" strike="noStrike" dirty="0">
                        <a:solidFill>
                          <a:srgbClr val="000000"/>
                        </a:solidFill>
                        <a:effectLst/>
                        <a:latin typeface="Aptos Narrow" panose="020B0004020202020204" pitchFamily="34" charset="0"/>
                      </a:endParaRPr>
                    </a:p>
                  </a:txBody>
                  <a:tcPr marL="1908" marR="1908" marT="1908" marB="0" anchor="ctr"/>
                </a:tc>
                <a:tc>
                  <a:txBody>
                    <a:bodyPr/>
                    <a:lstStyle/>
                    <a:p>
                      <a:pPr algn="l" fontAlgn="ctr">
                        <a:buNone/>
                      </a:pPr>
                      <a:r>
                        <a:rPr lang="en-PH" sz="2000" u="none" strike="noStrike" dirty="0">
                          <a:effectLst/>
                        </a:rPr>
                        <a:t>A community recharge pond</a:t>
                      </a:r>
                      <a:endParaRPr lang="en-PH" sz="2000" b="0" i="0" u="none" strike="noStrike" dirty="0">
                        <a:solidFill>
                          <a:srgbClr val="000000"/>
                        </a:solidFill>
                        <a:effectLst/>
                        <a:latin typeface="Aptos Narrow" panose="020B0004020202020204" pitchFamily="34" charset="0"/>
                      </a:endParaRPr>
                    </a:p>
                  </a:txBody>
                  <a:tcPr marL="1908" marR="1908" marT="1908" marB="0" anchor="ctr"/>
                </a:tc>
                <a:extLst>
                  <a:ext uri="{0D108BD9-81ED-4DB2-BD59-A6C34878D82A}">
                    <a16:rowId xmlns:a16="http://schemas.microsoft.com/office/drawing/2014/main" val="3647307925"/>
                  </a:ext>
                </a:extLst>
              </a:tr>
              <a:tr h="521619">
                <a:tc>
                  <a:txBody>
                    <a:bodyPr/>
                    <a:lstStyle/>
                    <a:p>
                      <a:pPr algn="l" fontAlgn="ctr">
                        <a:buNone/>
                      </a:pPr>
                      <a:r>
                        <a:rPr lang="en-PH" sz="2000" b="1" u="none" strike="noStrike" dirty="0">
                          <a:effectLst/>
                        </a:rPr>
                        <a:t>Recharge wells</a:t>
                      </a:r>
                      <a:endParaRPr lang="en-PH" sz="2000" b="1" i="0" u="none" strike="noStrike" dirty="0">
                        <a:solidFill>
                          <a:srgbClr val="000000"/>
                        </a:solidFill>
                        <a:effectLst/>
                        <a:latin typeface="Aptos Narrow" panose="020B0004020202020204" pitchFamily="34" charset="0"/>
                      </a:endParaRPr>
                    </a:p>
                  </a:txBody>
                  <a:tcPr marL="1908" marR="1908" marT="1908" marB="0" anchor="ctr"/>
                </a:tc>
                <a:tc>
                  <a:txBody>
                    <a:bodyPr/>
                    <a:lstStyle/>
                    <a:p>
                      <a:pPr algn="l" fontAlgn="ctr">
                        <a:buNone/>
                      </a:pPr>
                      <a:r>
                        <a:rPr lang="en-PH" sz="2000" u="none" strike="noStrike">
                          <a:effectLst/>
                        </a:rPr>
                        <a:t>Water is intentionally introduced into an aquifer through a properly designed well.</a:t>
                      </a:r>
                      <a:endParaRPr lang="en-PH" sz="2000" b="0" i="0" u="none" strike="noStrike">
                        <a:solidFill>
                          <a:srgbClr val="000000"/>
                        </a:solidFill>
                        <a:effectLst/>
                        <a:latin typeface="Aptos Narrow" panose="020B0004020202020204" pitchFamily="34" charset="0"/>
                      </a:endParaRPr>
                    </a:p>
                  </a:txBody>
                  <a:tcPr marL="1908" marR="1908" marT="1908" marB="0" anchor="ctr"/>
                </a:tc>
                <a:tc>
                  <a:txBody>
                    <a:bodyPr/>
                    <a:lstStyle/>
                    <a:p>
                      <a:pPr algn="l" fontAlgn="ctr">
                        <a:buNone/>
                      </a:pPr>
                      <a:r>
                        <a:rPr lang="en-PH" sz="2000" u="none" strike="noStrike" dirty="0">
                          <a:effectLst/>
                        </a:rPr>
                        <a:t>Treated water injected into a suitable aquifer</a:t>
                      </a:r>
                      <a:endParaRPr lang="en-PH" sz="2000" b="0" i="0" u="none" strike="noStrike" dirty="0">
                        <a:solidFill>
                          <a:srgbClr val="000000"/>
                        </a:solidFill>
                        <a:effectLst/>
                        <a:latin typeface="Aptos Narrow" panose="020B0004020202020204" pitchFamily="34" charset="0"/>
                      </a:endParaRPr>
                    </a:p>
                  </a:txBody>
                  <a:tcPr marL="1908" marR="1908" marT="1908" marB="0" anchor="ctr"/>
                </a:tc>
                <a:extLst>
                  <a:ext uri="{0D108BD9-81ED-4DB2-BD59-A6C34878D82A}">
                    <a16:rowId xmlns:a16="http://schemas.microsoft.com/office/drawing/2014/main" val="973552317"/>
                  </a:ext>
                </a:extLst>
              </a:tr>
              <a:tr h="521619">
                <a:tc>
                  <a:txBody>
                    <a:bodyPr/>
                    <a:lstStyle/>
                    <a:p>
                      <a:pPr algn="l" fontAlgn="ctr">
                        <a:buNone/>
                      </a:pPr>
                      <a:r>
                        <a:rPr lang="en-PH" sz="2000" b="1" u="none" strike="noStrike" dirty="0">
                          <a:effectLst/>
                        </a:rPr>
                        <a:t>Rainwater harvesting</a:t>
                      </a:r>
                      <a:endParaRPr lang="en-PH" sz="2000" b="1" i="0" u="none" strike="noStrike" dirty="0">
                        <a:solidFill>
                          <a:srgbClr val="000000"/>
                        </a:solidFill>
                        <a:effectLst/>
                        <a:latin typeface="Aptos Narrow" panose="020B0004020202020204" pitchFamily="34" charset="0"/>
                      </a:endParaRPr>
                    </a:p>
                  </a:txBody>
                  <a:tcPr marL="1908" marR="1908" marT="1908" marB="0" anchor="ctr"/>
                </a:tc>
                <a:tc>
                  <a:txBody>
                    <a:bodyPr/>
                    <a:lstStyle/>
                    <a:p>
                      <a:pPr algn="l" fontAlgn="ctr">
                        <a:buNone/>
                      </a:pPr>
                      <a:r>
                        <a:rPr lang="en-PH" sz="2000" u="none" strike="noStrike">
                          <a:effectLst/>
                        </a:rPr>
                        <a:t>Rainwater is collected and directed to areas where it can infiltrate or be stored for later use.</a:t>
                      </a:r>
                      <a:endParaRPr lang="en-PH" sz="2000" b="0" i="0" u="none" strike="noStrike">
                        <a:solidFill>
                          <a:srgbClr val="000000"/>
                        </a:solidFill>
                        <a:effectLst/>
                        <a:latin typeface="Aptos Narrow" panose="020B0004020202020204" pitchFamily="34" charset="0"/>
                      </a:endParaRPr>
                    </a:p>
                  </a:txBody>
                  <a:tcPr marL="1908" marR="1908" marT="1908" marB="0" anchor="ctr"/>
                </a:tc>
                <a:tc>
                  <a:txBody>
                    <a:bodyPr/>
                    <a:lstStyle/>
                    <a:p>
                      <a:pPr algn="l" fontAlgn="ctr">
                        <a:buNone/>
                      </a:pPr>
                      <a:r>
                        <a:rPr lang="en-PH" sz="2000" u="none" strike="noStrike" dirty="0">
                          <a:effectLst/>
                        </a:rPr>
                        <a:t>Roof runoff directed toward a recharge garden</a:t>
                      </a:r>
                      <a:endParaRPr lang="en-PH" sz="2000" b="0" i="0" u="none" strike="noStrike" dirty="0">
                        <a:solidFill>
                          <a:srgbClr val="000000"/>
                        </a:solidFill>
                        <a:effectLst/>
                        <a:latin typeface="Aptos Narrow" panose="020B0004020202020204" pitchFamily="34" charset="0"/>
                      </a:endParaRPr>
                    </a:p>
                  </a:txBody>
                  <a:tcPr marL="1908" marR="1908" marT="1908" marB="0" anchor="ctr"/>
                </a:tc>
                <a:extLst>
                  <a:ext uri="{0D108BD9-81ED-4DB2-BD59-A6C34878D82A}">
                    <a16:rowId xmlns:a16="http://schemas.microsoft.com/office/drawing/2014/main" val="1244551458"/>
                  </a:ext>
                </a:extLst>
              </a:tr>
              <a:tr h="521619">
                <a:tc>
                  <a:txBody>
                    <a:bodyPr/>
                    <a:lstStyle/>
                    <a:p>
                      <a:pPr algn="l" fontAlgn="ctr">
                        <a:buNone/>
                      </a:pPr>
                      <a:r>
                        <a:rPr lang="en-PH" sz="2000" b="1" u="none" strike="noStrike" dirty="0">
                          <a:effectLst/>
                        </a:rPr>
                        <a:t>Managed aquifer recharge (MAR)</a:t>
                      </a:r>
                      <a:endParaRPr lang="en-PH" sz="2000" b="1" i="0" u="none" strike="noStrike" dirty="0">
                        <a:solidFill>
                          <a:srgbClr val="000000"/>
                        </a:solidFill>
                        <a:effectLst/>
                        <a:latin typeface="Aptos Narrow" panose="020B0004020202020204" pitchFamily="34" charset="0"/>
                      </a:endParaRPr>
                    </a:p>
                  </a:txBody>
                  <a:tcPr marL="1908" marR="1908" marT="1908" marB="0" anchor="ctr"/>
                </a:tc>
                <a:tc>
                  <a:txBody>
                    <a:bodyPr/>
                    <a:lstStyle/>
                    <a:p>
                      <a:pPr algn="l" fontAlgn="ctr">
                        <a:buNone/>
                      </a:pPr>
                      <a:r>
                        <a:rPr lang="en-PH" sz="2000" u="none" strike="noStrike">
                          <a:effectLst/>
                        </a:rPr>
                        <a:t>Water is intentionally managed and directed into groundwater storage for later use.</a:t>
                      </a:r>
                      <a:endParaRPr lang="en-PH" sz="2000" b="0" i="0" u="none" strike="noStrike">
                        <a:solidFill>
                          <a:srgbClr val="000000"/>
                        </a:solidFill>
                        <a:effectLst/>
                        <a:latin typeface="Aptos Narrow" panose="020B0004020202020204" pitchFamily="34" charset="0"/>
                      </a:endParaRPr>
                    </a:p>
                  </a:txBody>
                  <a:tcPr marL="1908" marR="1908" marT="1908" marB="0" anchor="ctr"/>
                </a:tc>
                <a:tc>
                  <a:txBody>
                    <a:bodyPr/>
                    <a:lstStyle/>
                    <a:p>
                      <a:pPr algn="l" fontAlgn="ctr">
                        <a:buNone/>
                      </a:pPr>
                      <a:r>
                        <a:rPr lang="en-PH" sz="2000" u="none" strike="noStrike" dirty="0">
                          <a:effectLst/>
                        </a:rPr>
                        <a:t>Capturing excess water during the rainy season for aquifer recharge</a:t>
                      </a:r>
                      <a:endParaRPr lang="en-PH" sz="2000" b="0" i="0" u="none" strike="noStrike" dirty="0">
                        <a:solidFill>
                          <a:srgbClr val="000000"/>
                        </a:solidFill>
                        <a:effectLst/>
                        <a:latin typeface="Aptos Narrow" panose="020B0004020202020204" pitchFamily="34" charset="0"/>
                      </a:endParaRPr>
                    </a:p>
                  </a:txBody>
                  <a:tcPr marL="1908" marR="1908" marT="1908" marB="0" anchor="ctr"/>
                </a:tc>
                <a:extLst>
                  <a:ext uri="{0D108BD9-81ED-4DB2-BD59-A6C34878D82A}">
                    <a16:rowId xmlns:a16="http://schemas.microsoft.com/office/drawing/2014/main" val="2565838127"/>
                  </a:ext>
                </a:extLst>
              </a:tr>
            </a:tbl>
          </a:graphicData>
        </a:graphic>
      </p:graphicFrame>
    </p:spTree>
    <p:extLst>
      <p:ext uri="{BB962C8B-B14F-4D97-AF65-F5344CB8AC3E}">
        <p14:creationId xmlns:p14="http://schemas.microsoft.com/office/powerpoint/2010/main" val="36142548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259A422-0023-4292-8200-E080556F30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7879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2413CA5-4739-4BC9-8BB3-B0A4928D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rtificial Replenishment Of Ground Water By Rain Water – QQCWB">
            <a:extLst>
              <a:ext uri="{FF2B5EF4-FFF2-40B4-BE49-F238E27FC236}">
                <a16:creationId xmlns:a16="http://schemas.microsoft.com/office/drawing/2014/main" id="{05488B6E-E1D2-4D65-808C-B27E3F66A6B3}"/>
              </a:ext>
            </a:extLst>
          </p:cNvPr>
          <p:cNvPicPr>
            <a:picLocks noChangeAspect="1"/>
          </p:cNvPicPr>
          <p:nvPr/>
        </p:nvPicPr>
        <p:blipFill>
          <a:blip r:embed="rId2"/>
          <a:stretch>
            <a:fillRect/>
          </a:stretch>
        </p:blipFill>
        <p:spPr>
          <a:xfrm>
            <a:off x="840277" y="643467"/>
            <a:ext cx="10511445" cy="5571066"/>
          </a:xfrm>
          <a:prstGeom prst="rect">
            <a:avLst/>
          </a:prstGeom>
        </p:spPr>
      </p:pic>
    </p:spTree>
    <p:extLst>
      <p:ext uri="{BB962C8B-B14F-4D97-AF65-F5344CB8AC3E}">
        <p14:creationId xmlns:p14="http://schemas.microsoft.com/office/powerpoint/2010/main" val="25461637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ECF27-7C5C-9BCE-30FD-89DF5E801E3A}"/>
              </a:ext>
            </a:extLst>
          </p:cNvPr>
          <p:cNvSpPr>
            <a:spLocks noGrp="1"/>
          </p:cNvSpPr>
          <p:nvPr>
            <p:ph type="title"/>
          </p:nvPr>
        </p:nvSpPr>
        <p:spPr/>
        <p:txBody>
          <a:bodyPr/>
          <a:lstStyle/>
          <a:p>
            <a:r>
              <a:rPr lang="en-PH" b="1" dirty="0"/>
              <a:t>Groundwater extraction</a:t>
            </a:r>
            <a:endParaRPr lang="en-PH" dirty="0"/>
          </a:p>
        </p:txBody>
      </p:sp>
      <p:sp>
        <p:nvSpPr>
          <p:cNvPr id="3" name="Content Placeholder 2">
            <a:extLst>
              <a:ext uri="{FF2B5EF4-FFF2-40B4-BE49-F238E27FC236}">
                <a16:creationId xmlns:a16="http://schemas.microsoft.com/office/drawing/2014/main" id="{C1CDB70B-4F8C-1489-7DF3-196E49A96DA2}"/>
              </a:ext>
            </a:extLst>
          </p:cNvPr>
          <p:cNvSpPr>
            <a:spLocks noGrp="1"/>
          </p:cNvSpPr>
          <p:nvPr>
            <p:ph idx="1"/>
          </p:nvPr>
        </p:nvSpPr>
        <p:spPr>
          <a:xfrm>
            <a:off x="581192" y="2180496"/>
            <a:ext cx="3958151" cy="3678303"/>
          </a:xfrm>
        </p:spPr>
        <p:txBody>
          <a:bodyPr/>
          <a:lstStyle/>
          <a:p>
            <a:r>
              <a:rPr lang="en-PH" sz="3200" b="1" dirty="0"/>
              <a:t>Groundwater extraction</a:t>
            </a:r>
            <a:r>
              <a:rPr lang="en-PH" sz="3200" dirty="0"/>
              <a:t>: Removal of groundwater through wells or pumping</a:t>
            </a:r>
            <a:endParaRPr lang="en-PH" sz="3200" b="1" dirty="0"/>
          </a:p>
          <a:p>
            <a:endParaRPr lang="en-PH" dirty="0"/>
          </a:p>
        </p:txBody>
      </p:sp>
      <p:pic>
        <p:nvPicPr>
          <p:cNvPr id="4" name="Picture 3" descr="Groundwater Well And Pump">
            <a:extLst>
              <a:ext uri="{FF2B5EF4-FFF2-40B4-BE49-F238E27FC236}">
                <a16:creationId xmlns:a16="http://schemas.microsoft.com/office/drawing/2014/main" id="{E5F999FB-ECC8-7923-A603-592974E5D2BE}"/>
              </a:ext>
            </a:extLst>
          </p:cNvPr>
          <p:cNvPicPr>
            <a:picLocks noChangeAspect="1"/>
          </p:cNvPicPr>
          <p:nvPr/>
        </p:nvPicPr>
        <p:blipFill>
          <a:blip r:embed="rId2"/>
          <a:stretch>
            <a:fillRect/>
          </a:stretch>
        </p:blipFill>
        <p:spPr>
          <a:xfrm>
            <a:off x="7800742" y="2956571"/>
            <a:ext cx="3810066" cy="2512262"/>
          </a:xfrm>
          <a:prstGeom prst="rect">
            <a:avLst/>
          </a:prstGeom>
        </p:spPr>
      </p:pic>
      <p:pic>
        <p:nvPicPr>
          <p:cNvPr id="5" name="Picture 4" descr="Water Well Illustrations, Royalty-Free Vector Graphics &amp; Clip Art - iStock">
            <a:extLst>
              <a:ext uri="{FF2B5EF4-FFF2-40B4-BE49-F238E27FC236}">
                <a16:creationId xmlns:a16="http://schemas.microsoft.com/office/drawing/2014/main" id="{FE37F31A-8332-7479-9517-ADF63AFB6FC4}"/>
              </a:ext>
            </a:extLst>
          </p:cNvPr>
          <p:cNvPicPr>
            <a:picLocks noChangeAspect="1"/>
          </p:cNvPicPr>
          <p:nvPr/>
        </p:nvPicPr>
        <p:blipFill>
          <a:blip r:embed="rId3"/>
          <a:stretch>
            <a:fillRect/>
          </a:stretch>
        </p:blipFill>
        <p:spPr>
          <a:xfrm>
            <a:off x="4136571" y="2440073"/>
            <a:ext cx="3220856" cy="3545259"/>
          </a:xfrm>
          <a:prstGeom prst="rect">
            <a:avLst/>
          </a:prstGeom>
        </p:spPr>
      </p:pic>
    </p:spTree>
    <p:extLst>
      <p:ext uri="{BB962C8B-B14F-4D97-AF65-F5344CB8AC3E}">
        <p14:creationId xmlns:p14="http://schemas.microsoft.com/office/powerpoint/2010/main" val="2840795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B691D59-8F51-4DD8-AD41-D568D29B08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11" name="Rectangle 10">
            <a:extLst>
              <a:ext uri="{FF2B5EF4-FFF2-40B4-BE49-F238E27FC236}">
                <a16:creationId xmlns:a16="http://schemas.microsoft.com/office/drawing/2014/main" id="{204AEF18-0627-48F3-9B3D-F7E8F050B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13" name="Rectangle 12">
            <a:extLst>
              <a:ext uri="{FF2B5EF4-FFF2-40B4-BE49-F238E27FC236}">
                <a16:creationId xmlns:a16="http://schemas.microsoft.com/office/drawing/2014/main" id="{CEAEE08A-C572-438F-9753-B0D527A51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15" name="Rectangle 14">
            <a:extLst>
              <a:ext uri="{FF2B5EF4-FFF2-40B4-BE49-F238E27FC236}">
                <a16:creationId xmlns:a16="http://schemas.microsoft.com/office/drawing/2014/main" id="{DB93146F-62ED-4C59-844C-0935D0FB50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useBgFill="1">
        <p:nvSpPr>
          <p:cNvPr id="17" name="Rectangle 16">
            <a:extLst>
              <a:ext uri="{FF2B5EF4-FFF2-40B4-BE49-F238E27FC236}">
                <a16:creationId xmlns:a16="http://schemas.microsoft.com/office/drawing/2014/main" id="{BF3D65BA-1C65-40FB-92EF-83951BDC1D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8175"/>
            <a:ext cx="12191999" cy="62198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Subsidence">
            <a:extLst>
              <a:ext uri="{FF2B5EF4-FFF2-40B4-BE49-F238E27FC236}">
                <a16:creationId xmlns:a16="http://schemas.microsoft.com/office/drawing/2014/main" id="{72D22590-80CA-D0BF-7D6F-2938C7145754}"/>
              </a:ext>
            </a:extLst>
          </p:cNvPr>
          <p:cNvPicPr>
            <a:picLocks noChangeAspect="1"/>
          </p:cNvPicPr>
          <p:nvPr/>
        </p:nvPicPr>
        <p:blipFill>
          <a:blip r:embed="rId2"/>
          <a:stretch>
            <a:fillRect/>
          </a:stretch>
        </p:blipFill>
        <p:spPr>
          <a:xfrm>
            <a:off x="771440" y="1486876"/>
            <a:ext cx="6834511" cy="4151964"/>
          </a:xfrm>
          <a:prstGeom prst="rect">
            <a:avLst/>
          </a:prstGeom>
        </p:spPr>
      </p:pic>
      <p:sp>
        <p:nvSpPr>
          <p:cNvPr id="19" name="Rectangle 18">
            <a:extLst>
              <a:ext uri="{FF2B5EF4-FFF2-40B4-BE49-F238E27FC236}">
                <a16:creationId xmlns:a16="http://schemas.microsoft.com/office/drawing/2014/main" id="{ADF52CCA-FCDD-49A0-BFFC-3BD41F1B82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2" name="Title 1">
            <a:extLst>
              <a:ext uri="{FF2B5EF4-FFF2-40B4-BE49-F238E27FC236}">
                <a16:creationId xmlns:a16="http://schemas.microsoft.com/office/drawing/2014/main" id="{62B6115E-DA3F-25E9-2180-D44028E0D4D5}"/>
              </a:ext>
            </a:extLst>
          </p:cNvPr>
          <p:cNvSpPr>
            <a:spLocks noGrp="1"/>
          </p:cNvSpPr>
          <p:nvPr>
            <p:ph type="title"/>
          </p:nvPr>
        </p:nvSpPr>
        <p:spPr>
          <a:xfrm>
            <a:off x="8296275" y="1419225"/>
            <a:ext cx="3081576" cy="2085869"/>
          </a:xfrm>
        </p:spPr>
        <p:txBody>
          <a:bodyPr vert="horz" lIns="91440" tIns="45720" rIns="91440" bIns="45720" rtlCol="0" anchor="b">
            <a:normAutofit/>
          </a:bodyPr>
          <a:lstStyle/>
          <a:p>
            <a:r>
              <a:rPr lang="en-US">
                <a:solidFill>
                  <a:srgbClr val="FFFFFF"/>
                </a:solidFill>
              </a:rPr>
              <a:t>LAND SUBSIDENCE</a:t>
            </a:r>
          </a:p>
        </p:txBody>
      </p:sp>
    </p:spTree>
    <p:extLst>
      <p:ext uri="{BB962C8B-B14F-4D97-AF65-F5344CB8AC3E}">
        <p14:creationId xmlns:p14="http://schemas.microsoft.com/office/powerpoint/2010/main" val="9031419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7287D-527F-911B-1F49-C7DEA5A47BCC}"/>
              </a:ext>
            </a:extLst>
          </p:cNvPr>
          <p:cNvSpPr>
            <a:spLocks noGrp="1"/>
          </p:cNvSpPr>
          <p:nvPr>
            <p:ph type="title"/>
          </p:nvPr>
        </p:nvSpPr>
        <p:spPr/>
        <p:txBody>
          <a:bodyPr/>
          <a:lstStyle/>
          <a:p>
            <a:r>
              <a:rPr lang="en-PH" dirty="0"/>
              <a:t>Land Subsidence</a:t>
            </a:r>
          </a:p>
        </p:txBody>
      </p:sp>
      <p:sp>
        <p:nvSpPr>
          <p:cNvPr id="3" name="Content Placeholder 2">
            <a:extLst>
              <a:ext uri="{FF2B5EF4-FFF2-40B4-BE49-F238E27FC236}">
                <a16:creationId xmlns:a16="http://schemas.microsoft.com/office/drawing/2014/main" id="{CE6F18A6-95CA-90BA-8E5C-5E6B3BACE1A9}"/>
              </a:ext>
            </a:extLst>
          </p:cNvPr>
          <p:cNvSpPr>
            <a:spLocks noGrp="1"/>
          </p:cNvSpPr>
          <p:nvPr>
            <p:ph idx="1"/>
          </p:nvPr>
        </p:nvSpPr>
        <p:spPr/>
        <p:txBody>
          <a:bodyPr/>
          <a:lstStyle/>
          <a:p>
            <a:r>
              <a:rPr lang="en-PH" sz="2800" b="1" dirty="0"/>
              <a:t>Land subsidence</a:t>
            </a:r>
            <a:r>
              <a:rPr lang="en-PH" sz="2800" dirty="0"/>
              <a:t> is the </a:t>
            </a:r>
            <a:r>
              <a:rPr lang="en-PH" sz="2800" b="1" dirty="0"/>
              <a:t>gradual sinking or lowering of the Earth's land surface</a:t>
            </a:r>
            <a:r>
              <a:rPr lang="en-PH" sz="2800" dirty="0"/>
              <a:t>.</a:t>
            </a:r>
          </a:p>
          <a:p>
            <a:r>
              <a:rPr lang="en-PH" sz="2800" dirty="0"/>
              <a:t>It can occur </a:t>
            </a:r>
            <a:r>
              <a:rPr lang="en-PH" sz="2800" b="1" dirty="0"/>
              <a:t>natu</a:t>
            </a:r>
            <a:r>
              <a:rPr lang="en-PH" sz="2800" dirty="0"/>
              <a:t>rally, but </a:t>
            </a:r>
            <a:r>
              <a:rPr lang="en-PH" sz="2800" b="1" dirty="0"/>
              <a:t>human activities </a:t>
            </a:r>
            <a:r>
              <a:rPr lang="en-PH" sz="2800" dirty="0"/>
              <a:t>can greatly </a:t>
            </a:r>
            <a:r>
              <a:rPr lang="en-PH" sz="2800" b="1" dirty="0"/>
              <a:t>accelerate it.</a:t>
            </a:r>
          </a:p>
          <a:p>
            <a:endParaRPr lang="en-PH" sz="2800" b="1" dirty="0"/>
          </a:p>
          <a:p>
            <a:r>
              <a:rPr lang="en-PH" sz="2800" b="1" dirty="0"/>
              <a:t>Excessive groundwater extraction → groundwater level decreases → underground sediments compact → land surface sinks</a:t>
            </a:r>
            <a:endParaRPr lang="en-PH" sz="2800" dirty="0"/>
          </a:p>
          <a:p>
            <a:endParaRPr lang="en-PH" dirty="0"/>
          </a:p>
        </p:txBody>
      </p:sp>
    </p:spTree>
    <p:extLst>
      <p:ext uri="{BB962C8B-B14F-4D97-AF65-F5344CB8AC3E}">
        <p14:creationId xmlns:p14="http://schemas.microsoft.com/office/powerpoint/2010/main" val="19201493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8B96E-661C-A435-BB8D-EAE11934FAD9}"/>
              </a:ext>
            </a:extLst>
          </p:cNvPr>
          <p:cNvSpPr>
            <a:spLocks noGrp="1"/>
          </p:cNvSpPr>
          <p:nvPr>
            <p:ph type="title"/>
          </p:nvPr>
        </p:nvSpPr>
        <p:spPr>
          <a:xfrm>
            <a:off x="581192" y="702156"/>
            <a:ext cx="11029616" cy="1013800"/>
          </a:xfrm>
        </p:spPr>
        <p:txBody>
          <a:bodyPr>
            <a:normAutofit/>
          </a:bodyPr>
          <a:lstStyle/>
          <a:p>
            <a:r>
              <a:rPr lang="en-PH">
                <a:solidFill>
                  <a:srgbClr val="FFFFFF"/>
                </a:solidFill>
              </a:rPr>
              <a:t>HOW DOES GROUNDWATER EXTRACTION CAUSE LAND SUBSIDENCE?</a:t>
            </a:r>
          </a:p>
        </p:txBody>
      </p:sp>
      <p:sp useBgFill="1">
        <p:nvSpPr>
          <p:cNvPr id="9" name="Rectangle 8">
            <a:extLst>
              <a:ext uri="{FF2B5EF4-FFF2-40B4-BE49-F238E27FC236}">
                <a16:creationId xmlns:a16="http://schemas.microsoft.com/office/drawing/2014/main" id="{9E661D03-4DD4-45E7-A047-ED722E826D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2180496"/>
            <a:ext cx="5404639" cy="4045683"/>
          </a:xfrm>
          <a:prstGeom prst="rect">
            <a:avLst/>
          </a:prstGeom>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Subsidence">
            <a:extLst>
              <a:ext uri="{FF2B5EF4-FFF2-40B4-BE49-F238E27FC236}">
                <a16:creationId xmlns:a16="http://schemas.microsoft.com/office/drawing/2014/main" id="{D60D7AB5-4829-FB29-0D04-8EBFEF659E33}"/>
              </a:ext>
            </a:extLst>
          </p:cNvPr>
          <p:cNvPicPr>
            <a:picLocks noChangeAspect="1"/>
          </p:cNvPicPr>
          <p:nvPr/>
        </p:nvPicPr>
        <p:blipFill>
          <a:blip r:embed="rId2"/>
          <a:stretch>
            <a:fillRect/>
          </a:stretch>
        </p:blipFill>
        <p:spPr>
          <a:xfrm>
            <a:off x="657225" y="2678299"/>
            <a:ext cx="4962525" cy="3014733"/>
          </a:xfrm>
          <a:prstGeom prst="rect">
            <a:avLst/>
          </a:prstGeom>
        </p:spPr>
      </p:pic>
      <p:sp>
        <p:nvSpPr>
          <p:cNvPr id="3" name="Content Placeholder 2">
            <a:extLst>
              <a:ext uri="{FF2B5EF4-FFF2-40B4-BE49-F238E27FC236}">
                <a16:creationId xmlns:a16="http://schemas.microsoft.com/office/drawing/2014/main" id="{5B737426-9234-4850-45C2-4CE2A44EDE2E}"/>
              </a:ext>
            </a:extLst>
          </p:cNvPr>
          <p:cNvSpPr>
            <a:spLocks noGrp="1"/>
          </p:cNvSpPr>
          <p:nvPr>
            <p:ph idx="1"/>
          </p:nvPr>
        </p:nvSpPr>
        <p:spPr>
          <a:xfrm>
            <a:off x="6335805" y="2180496"/>
            <a:ext cx="5275001" cy="4045683"/>
          </a:xfrm>
        </p:spPr>
        <p:txBody>
          <a:bodyPr>
            <a:normAutofit/>
          </a:bodyPr>
          <a:lstStyle/>
          <a:p>
            <a:r>
              <a:rPr lang="en-PH" sz="2400" dirty="0"/>
              <a:t>Groundwater is often stored in spaces between particles of clay, sand, and other sediments.</a:t>
            </a:r>
          </a:p>
          <a:p>
            <a:r>
              <a:rPr lang="en-PH" sz="2400" dirty="0"/>
              <a:t>When groundwater is </a:t>
            </a:r>
            <a:r>
              <a:rPr lang="en-PH" sz="2400" b="1" dirty="0"/>
              <a:t>pumped out</a:t>
            </a:r>
            <a:r>
              <a:rPr lang="en-PH" sz="2400" dirty="0"/>
              <a:t>, the </a:t>
            </a:r>
            <a:r>
              <a:rPr lang="en-PH" sz="2400" b="1" dirty="0"/>
              <a:t>water pressure </a:t>
            </a:r>
            <a:r>
              <a:rPr lang="en-PH" sz="2400" dirty="0"/>
              <a:t>that helps support these sediments </a:t>
            </a:r>
            <a:r>
              <a:rPr lang="en-PH" sz="2400" b="1" dirty="0"/>
              <a:t>decreases.</a:t>
            </a:r>
          </a:p>
          <a:p>
            <a:r>
              <a:rPr lang="en-PH" sz="2400" dirty="0"/>
              <a:t>The sediments may become </a:t>
            </a:r>
            <a:r>
              <a:rPr lang="en-PH" sz="2400" b="1" dirty="0"/>
              <a:t>compressed or compacted.</a:t>
            </a:r>
          </a:p>
          <a:p>
            <a:endParaRPr lang="en-PH" dirty="0"/>
          </a:p>
        </p:txBody>
      </p:sp>
    </p:spTree>
    <p:extLst>
      <p:ext uri="{BB962C8B-B14F-4D97-AF65-F5344CB8AC3E}">
        <p14:creationId xmlns:p14="http://schemas.microsoft.com/office/powerpoint/2010/main" val="107646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B691D59-8F51-4DD8-AD41-D568D29B08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22" name="Rectangle 21">
            <a:extLst>
              <a:ext uri="{FF2B5EF4-FFF2-40B4-BE49-F238E27FC236}">
                <a16:creationId xmlns:a16="http://schemas.microsoft.com/office/drawing/2014/main" id="{204AEF18-0627-48F3-9B3D-F7E8F050B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23" name="Rectangle 22">
            <a:extLst>
              <a:ext uri="{FF2B5EF4-FFF2-40B4-BE49-F238E27FC236}">
                <a16:creationId xmlns:a16="http://schemas.microsoft.com/office/drawing/2014/main" id="{CEAEE08A-C572-438F-9753-B0D527A51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24" name="Rectangle 23">
            <a:extLst>
              <a:ext uri="{FF2B5EF4-FFF2-40B4-BE49-F238E27FC236}">
                <a16:creationId xmlns:a16="http://schemas.microsoft.com/office/drawing/2014/main" id="{DB93146F-62ED-4C59-844C-0935D0FB50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useBgFill="1">
        <p:nvSpPr>
          <p:cNvPr id="25" name="Rectangle 24">
            <a:extLst>
              <a:ext uri="{FF2B5EF4-FFF2-40B4-BE49-F238E27FC236}">
                <a16:creationId xmlns:a16="http://schemas.microsoft.com/office/drawing/2014/main" id="{BF3D65BA-1C65-40FB-92EF-83951BDC1D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8175"/>
            <a:ext cx="12191999" cy="62198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DF52CCA-FCDD-49A0-BFFC-3BD41F1B82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2" name="Title 1">
            <a:extLst>
              <a:ext uri="{FF2B5EF4-FFF2-40B4-BE49-F238E27FC236}">
                <a16:creationId xmlns:a16="http://schemas.microsoft.com/office/drawing/2014/main" id="{2F790C3A-5037-6D03-6E34-048197CD0BFD}"/>
              </a:ext>
            </a:extLst>
          </p:cNvPr>
          <p:cNvSpPr>
            <a:spLocks noGrp="1"/>
          </p:cNvSpPr>
          <p:nvPr>
            <p:ph type="title"/>
          </p:nvPr>
        </p:nvSpPr>
        <p:spPr>
          <a:xfrm>
            <a:off x="8296275" y="1419225"/>
            <a:ext cx="3081576" cy="2085869"/>
          </a:xfrm>
        </p:spPr>
        <p:txBody>
          <a:bodyPr vert="horz" lIns="91440" tIns="45720" rIns="91440" bIns="45720" rtlCol="0" anchor="b">
            <a:normAutofit/>
          </a:bodyPr>
          <a:lstStyle/>
          <a:p>
            <a:r>
              <a:rPr lang="en-US" sz="3600">
                <a:solidFill>
                  <a:srgbClr val="FFFFFF"/>
                </a:solidFill>
              </a:rPr>
              <a:t>Step-by-Step Process</a:t>
            </a:r>
          </a:p>
        </p:txBody>
      </p:sp>
      <p:graphicFrame>
        <p:nvGraphicFramePr>
          <p:cNvPr id="4" name="Content Placeholder 3">
            <a:extLst>
              <a:ext uri="{FF2B5EF4-FFF2-40B4-BE49-F238E27FC236}">
                <a16:creationId xmlns:a16="http://schemas.microsoft.com/office/drawing/2014/main" id="{4649F474-17B6-53F2-4BB6-51FF79D970DF}"/>
              </a:ext>
            </a:extLst>
          </p:cNvPr>
          <p:cNvGraphicFramePr>
            <a:graphicFrameLocks noGrp="1"/>
          </p:cNvGraphicFramePr>
          <p:nvPr>
            <p:ph idx="1"/>
            <p:extLst>
              <p:ext uri="{D42A27DB-BD31-4B8C-83A1-F6EECF244321}">
                <p14:modId xmlns:p14="http://schemas.microsoft.com/office/powerpoint/2010/main" val="1002394215"/>
              </p:ext>
            </p:extLst>
          </p:nvPr>
        </p:nvGraphicFramePr>
        <p:xfrm>
          <a:off x="482601" y="816840"/>
          <a:ext cx="7446058" cy="5761378"/>
        </p:xfrm>
        <a:graphic>
          <a:graphicData uri="http://schemas.openxmlformats.org/drawingml/2006/table">
            <a:tbl>
              <a:tblPr>
                <a:tableStyleId>{5C22544A-7EE6-4342-B048-85BDC9FD1C3A}</a:tableStyleId>
              </a:tblPr>
              <a:tblGrid>
                <a:gridCol w="3926113">
                  <a:extLst>
                    <a:ext uri="{9D8B030D-6E8A-4147-A177-3AD203B41FA5}">
                      <a16:colId xmlns:a16="http://schemas.microsoft.com/office/drawing/2014/main" val="1430132966"/>
                    </a:ext>
                  </a:extLst>
                </a:gridCol>
                <a:gridCol w="3519945">
                  <a:extLst>
                    <a:ext uri="{9D8B030D-6E8A-4147-A177-3AD203B41FA5}">
                      <a16:colId xmlns:a16="http://schemas.microsoft.com/office/drawing/2014/main" val="3200583727"/>
                    </a:ext>
                  </a:extLst>
                </a:gridCol>
              </a:tblGrid>
              <a:tr h="402748">
                <a:tc>
                  <a:txBody>
                    <a:bodyPr/>
                    <a:lstStyle/>
                    <a:p>
                      <a:pPr>
                        <a:buNone/>
                      </a:pPr>
                      <a:r>
                        <a:rPr lang="en-PH" sz="2400" b="1" dirty="0"/>
                        <a:t>Step</a:t>
                      </a:r>
                    </a:p>
                  </a:txBody>
                  <a:tcPr marL="91534" marR="91534" marT="45767" marB="45767" anchor="ctr"/>
                </a:tc>
                <a:tc>
                  <a:txBody>
                    <a:bodyPr/>
                    <a:lstStyle/>
                    <a:p>
                      <a:pPr>
                        <a:buNone/>
                      </a:pPr>
                      <a:r>
                        <a:rPr lang="en-PH" sz="2400" b="1" dirty="0"/>
                        <a:t>What Happens?</a:t>
                      </a:r>
                    </a:p>
                  </a:txBody>
                  <a:tcPr marL="91534" marR="91534" marT="45767" marB="45767" anchor="ctr"/>
                </a:tc>
                <a:extLst>
                  <a:ext uri="{0D108BD9-81ED-4DB2-BD59-A6C34878D82A}">
                    <a16:rowId xmlns:a16="http://schemas.microsoft.com/office/drawing/2014/main" val="3448835847"/>
                  </a:ext>
                </a:extLst>
              </a:tr>
              <a:tr h="677349">
                <a:tc>
                  <a:txBody>
                    <a:bodyPr/>
                    <a:lstStyle/>
                    <a:p>
                      <a:pPr>
                        <a:buNone/>
                      </a:pPr>
                      <a:r>
                        <a:rPr lang="en-PH" sz="2400" dirty="0"/>
                        <a:t>1. Groundwater is stored underground.</a:t>
                      </a:r>
                    </a:p>
                  </a:txBody>
                  <a:tcPr marL="91534" marR="91534" marT="45767" marB="45767" anchor="ctr"/>
                </a:tc>
                <a:tc>
                  <a:txBody>
                    <a:bodyPr/>
                    <a:lstStyle/>
                    <a:p>
                      <a:pPr>
                        <a:buNone/>
                      </a:pPr>
                      <a:r>
                        <a:rPr lang="en-PH" sz="2400" dirty="0"/>
                        <a:t>Water fills spaces between sediment particles.</a:t>
                      </a:r>
                    </a:p>
                  </a:txBody>
                  <a:tcPr marL="91534" marR="91534" marT="45767" marB="45767" anchor="ctr"/>
                </a:tc>
                <a:extLst>
                  <a:ext uri="{0D108BD9-81ED-4DB2-BD59-A6C34878D82A}">
                    <a16:rowId xmlns:a16="http://schemas.microsoft.com/office/drawing/2014/main" val="7703220"/>
                  </a:ext>
                </a:extLst>
              </a:tr>
              <a:tr h="677349">
                <a:tc>
                  <a:txBody>
                    <a:bodyPr/>
                    <a:lstStyle/>
                    <a:p>
                      <a:pPr>
                        <a:buNone/>
                      </a:pPr>
                      <a:r>
                        <a:rPr lang="en-PH" sz="2400" dirty="0"/>
                        <a:t>2. Large amounts of groundwater are pumped.</a:t>
                      </a:r>
                    </a:p>
                  </a:txBody>
                  <a:tcPr marL="91534" marR="91534" marT="45767" marB="45767" anchor="ctr"/>
                </a:tc>
                <a:tc>
                  <a:txBody>
                    <a:bodyPr/>
                    <a:lstStyle/>
                    <a:p>
                      <a:pPr>
                        <a:buNone/>
                      </a:pPr>
                      <a:r>
                        <a:rPr lang="en-PH" sz="2400"/>
                        <a:t>The groundwater level decreases.</a:t>
                      </a:r>
                    </a:p>
                  </a:txBody>
                  <a:tcPr marL="91534" marR="91534" marT="45767" marB="45767" anchor="ctr"/>
                </a:tc>
                <a:extLst>
                  <a:ext uri="{0D108BD9-81ED-4DB2-BD59-A6C34878D82A}">
                    <a16:rowId xmlns:a16="http://schemas.microsoft.com/office/drawing/2014/main" val="3991697430"/>
                  </a:ext>
                </a:extLst>
              </a:tr>
              <a:tr h="677349">
                <a:tc>
                  <a:txBody>
                    <a:bodyPr/>
                    <a:lstStyle/>
                    <a:p>
                      <a:pPr>
                        <a:buNone/>
                      </a:pPr>
                      <a:r>
                        <a:rPr lang="en-PH" sz="2400" dirty="0"/>
                        <a:t>3. Water pressure decreases.</a:t>
                      </a:r>
                    </a:p>
                  </a:txBody>
                  <a:tcPr marL="91534" marR="91534" marT="45767" marB="45767" anchor="ctr"/>
                </a:tc>
                <a:tc>
                  <a:txBody>
                    <a:bodyPr/>
                    <a:lstStyle/>
                    <a:p>
                      <a:pPr>
                        <a:buNone/>
                      </a:pPr>
                      <a:r>
                        <a:rPr lang="en-PH" sz="2400"/>
                        <a:t>Sediment particles become more closely packed.</a:t>
                      </a:r>
                    </a:p>
                  </a:txBody>
                  <a:tcPr marL="91534" marR="91534" marT="45767" marB="45767" anchor="ctr"/>
                </a:tc>
                <a:extLst>
                  <a:ext uri="{0D108BD9-81ED-4DB2-BD59-A6C34878D82A}">
                    <a16:rowId xmlns:a16="http://schemas.microsoft.com/office/drawing/2014/main" val="568112214"/>
                  </a:ext>
                </a:extLst>
              </a:tr>
              <a:tr h="677349">
                <a:tc>
                  <a:txBody>
                    <a:bodyPr/>
                    <a:lstStyle/>
                    <a:p>
                      <a:pPr>
                        <a:buNone/>
                      </a:pPr>
                      <a:r>
                        <a:rPr lang="en-PH" sz="2400" dirty="0"/>
                        <a:t>4. Sediments compact.</a:t>
                      </a:r>
                    </a:p>
                  </a:txBody>
                  <a:tcPr marL="91534" marR="91534" marT="45767" marB="45767" anchor="ctr"/>
                </a:tc>
                <a:tc>
                  <a:txBody>
                    <a:bodyPr/>
                    <a:lstStyle/>
                    <a:p>
                      <a:pPr>
                        <a:buNone/>
                      </a:pPr>
                      <a:r>
                        <a:rPr lang="en-PH" sz="2400"/>
                        <a:t>The underground layer becomes thinner.</a:t>
                      </a:r>
                    </a:p>
                  </a:txBody>
                  <a:tcPr marL="91534" marR="91534" marT="45767" marB="45767" anchor="ctr"/>
                </a:tc>
                <a:extLst>
                  <a:ext uri="{0D108BD9-81ED-4DB2-BD59-A6C34878D82A}">
                    <a16:rowId xmlns:a16="http://schemas.microsoft.com/office/drawing/2014/main" val="2185348428"/>
                  </a:ext>
                </a:extLst>
              </a:tr>
              <a:tr h="677349">
                <a:tc>
                  <a:txBody>
                    <a:bodyPr/>
                    <a:lstStyle/>
                    <a:p>
                      <a:pPr>
                        <a:buNone/>
                      </a:pPr>
                      <a:r>
                        <a:rPr lang="en-PH" sz="2400" dirty="0"/>
                        <a:t>5. Land surface moves downward.</a:t>
                      </a:r>
                    </a:p>
                  </a:txBody>
                  <a:tcPr marL="91534" marR="91534" marT="45767" marB="45767" anchor="ctr"/>
                </a:tc>
                <a:tc>
                  <a:txBody>
                    <a:bodyPr/>
                    <a:lstStyle/>
                    <a:p>
                      <a:pPr>
                        <a:buNone/>
                      </a:pPr>
                      <a:r>
                        <a:rPr lang="en-PH" sz="2400"/>
                        <a:t>The ground gradually sinks.</a:t>
                      </a:r>
                    </a:p>
                  </a:txBody>
                  <a:tcPr marL="91534" marR="91534" marT="45767" marB="45767" anchor="ctr"/>
                </a:tc>
                <a:extLst>
                  <a:ext uri="{0D108BD9-81ED-4DB2-BD59-A6C34878D82A}">
                    <a16:rowId xmlns:a16="http://schemas.microsoft.com/office/drawing/2014/main" val="95053317"/>
                  </a:ext>
                </a:extLst>
              </a:tr>
              <a:tr h="951950">
                <a:tc>
                  <a:txBody>
                    <a:bodyPr/>
                    <a:lstStyle/>
                    <a:p>
                      <a:pPr>
                        <a:buNone/>
                      </a:pPr>
                      <a:r>
                        <a:rPr lang="en-PH" sz="2400" dirty="0"/>
                        <a:t>6. </a:t>
                      </a:r>
                      <a:r>
                        <a:rPr lang="en-PH" sz="2400" b="1" dirty="0">
                          <a:solidFill>
                            <a:srgbClr val="FF0000"/>
                          </a:solidFill>
                        </a:rPr>
                        <a:t>Land subsidence occurs</a:t>
                      </a:r>
                      <a:r>
                        <a:rPr lang="en-PH" sz="2400" dirty="0"/>
                        <a:t>.</a:t>
                      </a:r>
                    </a:p>
                  </a:txBody>
                  <a:tcPr marL="91534" marR="91534" marT="45767" marB="45767" anchor="ctr"/>
                </a:tc>
                <a:tc>
                  <a:txBody>
                    <a:bodyPr/>
                    <a:lstStyle/>
                    <a:p>
                      <a:pPr>
                        <a:buNone/>
                      </a:pPr>
                      <a:r>
                        <a:rPr lang="en-PH" sz="2400" dirty="0"/>
                        <a:t>Buildings, roads, drainage systems, and coastal areas may be affected.</a:t>
                      </a:r>
                    </a:p>
                  </a:txBody>
                  <a:tcPr marL="91534" marR="91534" marT="45767" marB="45767" anchor="ctr"/>
                </a:tc>
                <a:extLst>
                  <a:ext uri="{0D108BD9-81ED-4DB2-BD59-A6C34878D82A}">
                    <a16:rowId xmlns:a16="http://schemas.microsoft.com/office/drawing/2014/main" val="1673194198"/>
                  </a:ext>
                </a:extLst>
              </a:tr>
            </a:tbl>
          </a:graphicData>
        </a:graphic>
      </p:graphicFrame>
    </p:spTree>
    <p:extLst>
      <p:ext uri="{BB962C8B-B14F-4D97-AF65-F5344CB8AC3E}">
        <p14:creationId xmlns:p14="http://schemas.microsoft.com/office/powerpoint/2010/main" val="29250968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259A422-0023-4292-8200-E080556F30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93B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2413CA5-4739-4BC9-8BB3-B0A4928D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quifer Compaction | U.S. Geological Survey">
            <a:extLst>
              <a:ext uri="{FF2B5EF4-FFF2-40B4-BE49-F238E27FC236}">
                <a16:creationId xmlns:a16="http://schemas.microsoft.com/office/drawing/2014/main" id="{A6156493-FB14-E37C-1493-C29CDCE9AE2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603205" y="643467"/>
            <a:ext cx="8985589" cy="55710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7672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77A67-A8AE-6835-C9B1-77AA6CD9B475}"/>
              </a:ext>
            </a:extLst>
          </p:cNvPr>
          <p:cNvSpPr>
            <a:spLocks noGrp="1"/>
          </p:cNvSpPr>
          <p:nvPr>
            <p:ph type="title"/>
          </p:nvPr>
        </p:nvSpPr>
        <p:spPr/>
        <p:txBody>
          <a:bodyPr/>
          <a:lstStyle/>
          <a:p>
            <a:r>
              <a:rPr lang="en-PH" dirty="0"/>
              <a:t>OTHER CAUSES OF LAND SUBSIDENCE</a:t>
            </a:r>
          </a:p>
        </p:txBody>
      </p:sp>
      <p:graphicFrame>
        <p:nvGraphicFramePr>
          <p:cNvPr id="5" name="Table 4">
            <a:extLst>
              <a:ext uri="{FF2B5EF4-FFF2-40B4-BE49-F238E27FC236}">
                <a16:creationId xmlns:a16="http://schemas.microsoft.com/office/drawing/2014/main" id="{C7590B73-30EE-F8A3-1BF5-E1A1503687F4}"/>
              </a:ext>
            </a:extLst>
          </p:cNvPr>
          <p:cNvGraphicFramePr>
            <a:graphicFrameLocks noGrp="1"/>
          </p:cNvGraphicFramePr>
          <p:nvPr>
            <p:extLst>
              <p:ext uri="{D42A27DB-BD31-4B8C-83A1-F6EECF244321}">
                <p14:modId xmlns:p14="http://schemas.microsoft.com/office/powerpoint/2010/main" val="2080480168"/>
              </p:ext>
            </p:extLst>
          </p:nvPr>
        </p:nvGraphicFramePr>
        <p:xfrm>
          <a:off x="581192" y="2046608"/>
          <a:ext cx="11029615" cy="4380150"/>
        </p:xfrm>
        <a:graphic>
          <a:graphicData uri="http://schemas.openxmlformats.org/drawingml/2006/table">
            <a:tbl>
              <a:tblPr firstRow="1" bandRow="1">
                <a:tableStyleId>{C083E6E3-FA7D-4D7B-A595-EF9225AFEA82}</a:tableStyleId>
              </a:tblPr>
              <a:tblGrid>
                <a:gridCol w="3082499">
                  <a:extLst>
                    <a:ext uri="{9D8B030D-6E8A-4147-A177-3AD203B41FA5}">
                      <a16:colId xmlns:a16="http://schemas.microsoft.com/office/drawing/2014/main" val="2206194609"/>
                    </a:ext>
                  </a:extLst>
                </a:gridCol>
                <a:gridCol w="7947116">
                  <a:extLst>
                    <a:ext uri="{9D8B030D-6E8A-4147-A177-3AD203B41FA5}">
                      <a16:colId xmlns:a16="http://schemas.microsoft.com/office/drawing/2014/main" val="1256278121"/>
                    </a:ext>
                  </a:extLst>
                </a:gridCol>
              </a:tblGrid>
              <a:tr h="377035">
                <a:tc>
                  <a:txBody>
                    <a:bodyPr/>
                    <a:lstStyle/>
                    <a:p>
                      <a:pPr algn="ctr" fontAlgn="ctr">
                        <a:buNone/>
                      </a:pPr>
                      <a:r>
                        <a:rPr lang="en-PH" sz="2600" u="none" strike="noStrike" dirty="0">
                          <a:effectLst/>
                        </a:rPr>
                        <a:t>Cause</a:t>
                      </a:r>
                      <a:endParaRPr lang="en-PH" sz="2600" b="1" i="0" u="none" strike="noStrike" dirty="0">
                        <a:solidFill>
                          <a:srgbClr val="000000"/>
                        </a:solidFill>
                        <a:effectLst/>
                        <a:latin typeface="Aptos Narrow" panose="020B0004020202020204" pitchFamily="34" charset="0"/>
                      </a:endParaRPr>
                    </a:p>
                  </a:txBody>
                  <a:tcPr marL="3585" marR="3585" marT="3585" marB="0" anchor="ctr"/>
                </a:tc>
                <a:tc>
                  <a:txBody>
                    <a:bodyPr/>
                    <a:lstStyle/>
                    <a:p>
                      <a:pPr algn="ctr" fontAlgn="ctr">
                        <a:buNone/>
                      </a:pPr>
                      <a:r>
                        <a:rPr lang="en-PH" sz="2600" u="none" strike="noStrike">
                          <a:effectLst/>
                        </a:rPr>
                        <a:t>Explanation</a:t>
                      </a:r>
                      <a:endParaRPr lang="en-PH" sz="2600" b="1" i="0" u="none" strike="noStrike">
                        <a:solidFill>
                          <a:srgbClr val="000000"/>
                        </a:solidFill>
                        <a:effectLst/>
                        <a:latin typeface="Aptos Narrow" panose="020B0004020202020204" pitchFamily="34" charset="0"/>
                      </a:endParaRPr>
                    </a:p>
                  </a:txBody>
                  <a:tcPr marL="3585" marR="3585" marT="3585" marB="0" anchor="ctr"/>
                </a:tc>
                <a:extLst>
                  <a:ext uri="{0D108BD9-81ED-4DB2-BD59-A6C34878D82A}">
                    <a16:rowId xmlns:a16="http://schemas.microsoft.com/office/drawing/2014/main" val="1198537907"/>
                  </a:ext>
                </a:extLst>
              </a:tr>
              <a:tr h="678204">
                <a:tc>
                  <a:txBody>
                    <a:bodyPr/>
                    <a:lstStyle/>
                    <a:p>
                      <a:pPr algn="l" fontAlgn="ctr">
                        <a:buNone/>
                      </a:pPr>
                      <a:r>
                        <a:rPr lang="en-PH" sz="2600" b="1" u="none" strike="noStrike" dirty="0">
                          <a:effectLst/>
                        </a:rPr>
                        <a:t>Oil and gas extraction</a:t>
                      </a:r>
                      <a:endParaRPr lang="en-PH" sz="2600" b="1" i="0" u="none" strike="noStrike" dirty="0">
                        <a:solidFill>
                          <a:srgbClr val="000000"/>
                        </a:solidFill>
                        <a:effectLst/>
                        <a:latin typeface="Aptos Narrow" panose="020B0004020202020204" pitchFamily="34" charset="0"/>
                      </a:endParaRPr>
                    </a:p>
                  </a:txBody>
                  <a:tcPr marL="3585" marR="3585" marT="3585" marB="0" anchor="ctr"/>
                </a:tc>
                <a:tc>
                  <a:txBody>
                    <a:bodyPr/>
                    <a:lstStyle/>
                    <a:p>
                      <a:pPr algn="l" fontAlgn="ctr">
                        <a:buNone/>
                      </a:pPr>
                      <a:r>
                        <a:rPr lang="en-PH" sz="2600" u="none" strike="noStrike" dirty="0">
                          <a:effectLst/>
                        </a:rPr>
                        <a:t>Removal of underground fluids can reduce pressure and cause ground movement</a:t>
                      </a:r>
                      <a:endParaRPr lang="en-PH" sz="2600" b="0" i="0" u="none" strike="noStrike" dirty="0">
                        <a:solidFill>
                          <a:srgbClr val="000000"/>
                        </a:solidFill>
                        <a:effectLst/>
                        <a:latin typeface="Aptos Narrow" panose="020B0004020202020204" pitchFamily="34" charset="0"/>
                      </a:endParaRPr>
                    </a:p>
                  </a:txBody>
                  <a:tcPr marL="3585" marR="3585" marT="3585" marB="0" anchor="ctr"/>
                </a:tc>
                <a:extLst>
                  <a:ext uri="{0D108BD9-81ED-4DB2-BD59-A6C34878D82A}">
                    <a16:rowId xmlns:a16="http://schemas.microsoft.com/office/drawing/2014/main" val="4199273494"/>
                  </a:ext>
                </a:extLst>
              </a:tr>
              <a:tr h="678204">
                <a:tc>
                  <a:txBody>
                    <a:bodyPr/>
                    <a:lstStyle/>
                    <a:p>
                      <a:pPr algn="l" fontAlgn="ctr">
                        <a:buNone/>
                      </a:pPr>
                      <a:r>
                        <a:rPr lang="en-PH" sz="2600" b="1" u="none" strike="noStrike" dirty="0">
                          <a:effectLst/>
                        </a:rPr>
                        <a:t>Mining</a:t>
                      </a:r>
                      <a:endParaRPr lang="en-PH" sz="2600" b="1" i="0" u="none" strike="noStrike" dirty="0">
                        <a:solidFill>
                          <a:srgbClr val="000000"/>
                        </a:solidFill>
                        <a:effectLst/>
                        <a:latin typeface="Aptos Narrow" panose="020B0004020202020204" pitchFamily="34" charset="0"/>
                      </a:endParaRPr>
                    </a:p>
                  </a:txBody>
                  <a:tcPr marL="3585" marR="3585" marT="3585" marB="0" anchor="ctr"/>
                </a:tc>
                <a:tc>
                  <a:txBody>
                    <a:bodyPr/>
                    <a:lstStyle/>
                    <a:p>
                      <a:pPr algn="l" fontAlgn="ctr">
                        <a:buNone/>
                      </a:pPr>
                      <a:r>
                        <a:rPr lang="en-PH" sz="2600" u="none" strike="noStrike" dirty="0">
                          <a:effectLst/>
                        </a:rPr>
                        <a:t>Removal of underground materials can cause the ground to collapse or settle</a:t>
                      </a:r>
                      <a:endParaRPr lang="en-PH" sz="2600" b="0" i="0" u="none" strike="noStrike" dirty="0">
                        <a:solidFill>
                          <a:srgbClr val="000000"/>
                        </a:solidFill>
                        <a:effectLst/>
                        <a:latin typeface="Aptos Narrow" panose="020B0004020202020204" pitchFamily="34" charset="0"/>
                      </a:endParaRPr>
                    </a:p>
                  </a:txBody>
                  <a:tcPr marL="3585" marR="3585" marT="3585" marB="0" anchor="ctr"/>
                </a:tc>
                <a:extLst>
                  <a:ext uri="{0D108BD9-81ED-4DB2-BD59-A6C34878D82A}">
                    <a16:rowId xmlns:a16="http://schemas.microsoft.com/office/drawing/2014/main" val="1177935531"/>
                  </a:ext>
                </a:extLst>
              </a:tr>
              <a:tr h="678204">
                <a:tc>
                  <a:txBody>
                    <a:bodyPr/>
                    <a:lstStyle/>
                    <a:p>
                      <a:pPr algn="l" fontAlgn="ctr">
                        <a:buNone/>
                      </a:pPr>
                      <a:r>
                        <a:rPr lang="en-PH" sz="2600" b="1" u="none" strike="noStrike" dirty="0">
                          <a:effectLst/>
                        </a:rPr>
                        <a:t>Natural sediment compaction</a:t>
                      </a:r>
                      <a:endParaRPr lang="en-PH" sz="2600" b="1" i="0" u="none" strike="noStrike" dirty="0">
                        <a:solidFill>
                          <a:srgbClr val="000000"/>
                        </a:solidFill>
                        <a:effectLst/>
                        <a:latin typeface="Aptos Narrow" panose="020B0004020202020204" pitchFamily="34" charset="0"/>
                      </a:endParaRPr>
                    </a:p>
                  </a:txBody>
                  <a:tcPr marL="3585" marR="3585" marT="3585" marB="0" anchor="ctr"/>
                </a:tc>
                <a:tc>
                  <a:txBody>
                    <a:bodyPr/>
                    <a:lstStyle/>
                    <a:p>
                      <a:pPr algn="l" fontAlgn="ctr">
                        <a:buNone/>
                      </a:pPr>
                      <a:r>
                        <a:rPr lang="en-PH" sz="2600" u="none" strike="noStrike" dirty="0">
                          <a:effectLst/>
                        </a:rPr>
                        <a:t>lose sediments may naturally become compressed over time</a:t>
                      </a:r>
                      <a:endParaRPr lang="en-PH" sz="2600" b="0" i="0" u="none" strike="noStrike" dirty="0">
                        <a:solidFill>
                          <a:srgbClr val="000000"/>
                        </a:solidFill>
                        <a:effectLst/>
                        <a:latin typeface="Aptos Narrow" panose="020B0004020202020204" pitchFamily="34" charset="0"/>
                      </a:endParaRPr>
                    </a:p>
                  </a:txBody>
                  <a:tcPr marL="3585" marR="3585" marT="3585" marB="0" anchor="ctr"/>
                </a:tc>
                <a:extLst>
                  <a:ext uri="{0D108BD9-81ED-4DB2-BD59-A6C34878D82A}">
                    <a16:rowId xmlns:a16="http://schemas.microsoft.com/office/drawing/2014/main" val="4259422859"/>
                  </a:ext>
                </a:extLst>
              </a:tr>
              <a:tr h="377035">
                <a:tc>
                  <a:txBody>
                    <a:bodyPr/>
                    <a:lstStyle/>
                    <a:p>
                      <a:pPr algn="l" fontAlgn="ctr">
                        <a:buNone/>
                      </a:pPr>
                      <a:r>
                        <a:rPr lang="en-PH" sz="2600" b="1" u="none" strike="noStrike" dirty="0">
                          <a:effectLst/>
                        </a:rPr>
                        <a:t>Construction and loading</a:t>
                      </a:r>
                      <a:endParaRPr lang="en-PH" sz="2600" b="1" i="0" u="none" strike="noStrike" dirty="0">
                        <a:solidFill>
                          <a:srgbClr val="000000"/>
                        </a:solidFill>
                        <a:effectLst/>
                        <a:latin typeface="Aptos Narrow" panose="020B0004020202020204" pitchFamily="34" charset="0"/>
                      </a:endParaRPr>
                    </a:p>
                  </a:txBody>
                  <a:tcPr marL="3585" marR="3585" marT="3585" marB="0" anchor="ctr"/>
                </a:tc>
                <a:tc>
                  <a:txBody>
                    <a:bodyPr/>
                    <a:lstStyle/>
                    <a:p>
                      <a:pPr algn="l" fontAlgn="ctr">
                        <a:buNone/>
                      </a:pPr>
                      <a:r>
                        <a:rPr lang="en-PH" sz="2600" u="none" strike="noStrike" dirty="0">
                          <a:effectLst/>
                        </a:rPr>
                        <a:t>Heavy buildings and infrastructure can compress weak soils</a:t>
                      </a:r>
                      <a:endParaRPr lang="en-PH" sz="2600" b="0" i="0" u="none" strike="noStrike" dirty="0">
                        <a:solidFill>
                          <a:srgbClr val="000000"/>
                        </a:solidFill>
                        <a:effectLst/>
                        <a:latin typeface="Aptos Narrow" panose="020B0004020202020204" pitchFamily="34" charset="0"/>
                      </a:endParaRPr>
                    </a:p>
                  </a:txBody>
                  <a:tcPr marL="3585" marR="3585" marT="3585" marB="0" anchor="ctr"/>
                </a:tc>
                <a:extLst>
                  <a:ext uri="{0D108BD9-81ED-4DB2-BD59-A6C34878D82A}">
                    <a16:rowId xmlns:a16="http://schemas.microsoft.com/office/drawing/2014/main" val="554026221"/>
                  </a:ext>
                </a:extLst>
              </a:tr>
              <a:tr h="377035">
                <a:tc>
                  <a:txBody>
                    <a:bodyPr/>
                    <a:lstStyle/>
                    <a:p>
                      <a:pPr algn="l" fontAlgn="ctr">
                        <a:buNone/>
                      </a:pPr>
                      <a:r>
                        <a:rPr lang="en-PH" sz="2600" b="1" u="none" strike="noStrike" dirty="0">
                          <a:effectLst/>
                        </a:rPr>
                        <a:t>Tectonic processes</a:t>
                      </a:r>
                      <a:endParaRPr lang="en-PH" sz="2600" b="1" i="0" u="none" strike="noStrike" dirty="0">
                        <a:solidFill>
                          <a:srgbClr val="000000"/>
                        </a:solidFill>
                        <a:effectLst/>
                        <a:latin typeface="Aptos Narrow" panose="020B0004020202020204" pitchFamily="34" charset="0"/>
                      </a:endParaRPr>
                    </a:p>
                  </a:txBody>
                  <a:tcPr marL="3585" marR="3585" marT="3585" marB="0" anchor="ctr"/>
                </a:tc>
                <a:tc>
                  <a:txBody>
                    <a:bodyPr/>
                    <a:lstStyle/>
                    <a:p>
                      <a:pPr algn="l" fontAlgn="ctr">
                        <a:buNone/>
                      </a:pPr>
                      <a:r>
                        <a:rPr lang="en-PH" sz="2600" u="none" strike="noStrike" dirty="0">
                          <a:effectLst/>
                        </a:rPr>
                        <a:t>Movement of Earth's crust can cause changes in land elevation</a:t>
                      </a:r>
                      <a:endParaRPr lang="en-PH" sz="2600" b="0" i="0" u="none" strike="noStrike" dirty="0">
                        <a:solidFill>
                          <a:srgbClr val="000000"/>
                        </a:solidFill>
                        <a:effectLst/>
                        <a:latin typeface="Aptos Narrow" panose="020B0004020202020204" pitchFamily="34" charset="0"/>
                      </a:endParaRPr>
                    </a:p>
                  </a:txBody>
                  <a:tcPr marL="3585" marR="3585" marT="3585" marB="0" anchor="ctr"/>
                </a:tc>
                <a:extLst>
                  <a:ext uri="{0D108BD9-81ED-4DB2-BD59-A6C34878D82A}">
                    <a16:rowId xmlns:a16="http://schemas.microsoft.com/office/drawing/2014/main" val="939118905"/>
                  </a:ext>
                </a:extLst>
              </a:tr>
            </a:tbl>
          </a:graphicData>
        </a:graphic>
      </p:graphicFrame>
    </p:spTree>
    <p:extLst>
      <p:ext uri="{BB962C8B-B14F-4D97-AF65-F5344CB8AC3E}">
        <p14:creationId xmlns:p14="http://schemas.microsoft.com/office/powerpoint/2010/main" val="7677188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4308965-434A-4011-8316-8ABEFFED04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C910B0D-8E24-46E7-93D7-329948C60D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457200"/>
            <a:ext cx="5609383" cy="9525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18" name="Rectangle 17">
            <a:extLst>
              <a:ext uri="{FF2B5EF4-FFF2-40B4-BE49-F238E27FC236}">
                <a16:creationId xmlns:a16="http://schemas.microsoft.com/office/drawing/2014/main" id="{FF215A71-CFAF-4964-A613-D07F75FC1A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49035" y="453825"/>
            <a:ext cx="5596432" cy="98372"/>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pic>
        <p:nvPicPr>
          <p:cNvPr id="4" name="Picture 3" descr="Joshimath Crisis: Causes and Solutions - Explained, pointwise |ForumIAS">
            <a:extLst>
              <a:ext uri="{FF2B5EF4-FFF2-40B4-BE49-F238E27FC236}">
                <a16:creationId xmlns:a16="http://schemas.microsoft.com/office/drawing/2014/main" id="{F2186EFF-8479-4A13-FE07-4F9E9EC7D50A}"/>
              </a:ext>
            </a:extLst>
          </p:cNvPr>
          <p:cNvPicPr>
            <a:picLocks noChangeAspect="1"/>
          </p:cNvPicPr>
          <p:nvPr/>
        </p:nvPicPr>
        <p:blipFill>
          <a:blip r:embed="rId2"/>
          <a:srcRect l="53295" t="15415" b="41207"/>
          <a:stretch>
            <a:fillRect/>
          </a:stretch>
        </p:blipFill>
        <p:spPr>
          <a:xfrm>
            <a:off x="446533" y="1599058"/>
            <a:ext cx="5609384" cy="3659885"/>
          </a:xfrm>
          <a:prstGeom prst="rect">
            <a:avLst/>
          </a:prstGeom>
        </p:spPr>
      </p:pic>
      <p:pic>
        <p:nvPicPr>
          <p:cNvPr id="2" name="Picture 1" descr="Joshimath Crisis: Causes and Solutions - Explained, pointwise |ForumIAS">
            <a:extLst>
              <a:ext uri="{FF2B5EF4-FFF2-40B4-BE49-F238E27FC236}">
                <a16:creationId xmlns:a16="http://schemas.microsoft.com/office/drawing/2014/main" id="{A483B788-1188-F339-82AF-9FF989E31B41}"/>
              </a:ext>
            </a:extLst>
          </p:cNvPr>
          <p:cNvPicPr>
            <a:picLocks noChangeAspect="1"/>
          </p:cNvPicPr>
          <p:nvPr/>
        </p:nvPicPr>
        <p:blipFill>
          <a:blip r:embed="rId2"/>
          <a:srcRect t="15425" r="52361"/>
          <a:stretch>
            <a:fillRect/>
          </a:stretch>
        </p:blipFill>
        <p:spPr>
          <a:xfrm>
            <a:off x="6713770" y="643467"/>
            <a:ext cx="4466962" cy="5571067"/>
          </a:xfrm>
          <a:prstGeom prst="rect">
            <a:avLst/>
          </a:prstGeom>
        </p:spPr>
      </p:pic>
    </p:spTree>
    <p:extLst>
      <p:ext uri="{BB962C8B-B14F-4D97-AF65-F5344CB8AC3E}">
        <p14:creationId xmlns:p14="http://schemas.microsoft.com/office/powerpoint/2010/main" val="1046210353"/>
      </p:ext>
    </p:extLst>
  </p:cSld>
  <p:clrMapOvr>
    <a:overrideClrMapping bg1="dk1" tx1="lt1" bg2="dk2" tx2="lt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F24CC-77BA-CF5F-F93C-85B55E6A7C70}"/>
              </a:ext>
            </a:extLst>
          </p:cNvPr>
          <p:cNvSpPr>
            <a:spLocks noGrp="1"/>
          </p:cNvSpPr>
          <p:nvPr>
            <p:ph type="title"/>
          </p:nvPr>
        </p:nvSpPr>
        <p:spPr/>
        <p:txBody>
          <a:bodyPr/>
          <a:lstStyle/>
          <a:p>
            <a:r>
              <a:rPr lang="en-PH" dirty="0"/>
              <a:t>EFFECTS OF LAND SUBSIDENCE</a:t>
            </a:r>
          </a:p>
        </p:txBody>
      </p:sp>
      <p:graphicFrame>
        <p:nvGraphicFramePr>
          <p:cNvPr id="5" name="Table 4">
            <a:extLst>
              <a:ext uri="{FF2B5EF4-FFF2-40B4-BE49-F238E27FC236}">
                <a16:creationId xmlns:a16="http://schemas.microsoft.com/office/drawing/2014/main" id="{2A5301F6-7D61-2476-4FAE-D1F78518FDDB}"/>
              </a:ext>
            </a:extLst>
          </p:cNvPr>
          <p:cNvGraphicFramePr>
            <a:graphicFrameLocks noGrp="1"/>
          </p:cNvGraphicFramePr>
          <p:nvPr>
            <p:extLst>
              <p:ext uri="{D42A27DB-BD31-4B8C-83A1-F6EECF244321}">
                <p14:modId xmlns:p14="http://schemas.microsoft.com/office/powerpoint/2010/main" val="429422696"/>
              </p:ext>
            </p:extLst>
          </p:nvPr>
        </p:nvGraphicFramePr>
        <p:xfrm>
          <a:off x="714022" y="2340429"/>
          <a:ext cx="10763958" cy="3857122"/>
        </p:xfrm>
        <a:graphic>
          <a:graphicData uri="http://schemas.openxmlformats.org/drawingml/2006/table">
            <a:tbl>
              <a:tblPr firstRow="1" bandRow="1">
                <a:tableStyleId>{F5AB1C69-6EDB-4FF4-983F-18BD219EF322}</a:tableStyleId>
              </a:tblPr>
              <a:tblGrid>
                <a:gridCol w="2938103">
                  <a:extLst>
                    <a:ext uri="{9D8B030D-6E8A-4147-A177-3AD203B41FA5}">
                      <a16:colId xmlns:a16="http://schemas.microsoft.com/office/drawing/2014/main" val="2108573419"/>
                    </a:ext>
                  </a:extLst>
                </a:gridCol>
                <a:gridCol w="7825855">
                  <a:extLst>
                    <a:ext uri="{9D8B030D-6E8A-4147-A177-3AD203B41FA5}">
                      <a16:colId xmlns:a16="http://schemas.microsoft.com/office/drawing/2014/main" val="2909584749"/>
                    </a:ext>
                  </a:extLst>
                </a:gridCol>
              </a:tblGrid>
              <a:tr h="451567">
                <a:tc>
                  <a:txBody>
                    <a:bodyPr/>
                    <a:lstStyle/>
                    <a:p>
                      <a:pPr algn="ctr" fontAlgn="ctr">
                        <a:buNone/>
                      </a:pPr>
                      <a:r>
                        <a:rPr lang="en-PH" sz="2800" u="none" strike="noStrike" dirty="0">
                          <a:effectLst/>
                        </a:rPr>
                        <a:t>Effect</a:t>
                      </a:r>
                      <a:endParaRPr lang="en-PH" sz="2800" b="1" i="0" u="none" strike="noStrike" dirty="0">
                        <a:solidFill>
                          <a:srgbClr val="000000"/>
                        </a:solidFill>
                        <a:effectLst/>
                        <a:latin typeface="Aptos Narrow" panose="020B0004020202020204" pitchFamily="34" charset="0"/>
                      </a:endParaRPr>
                    </a:p>
                  </a:txBody>
                  <a:tcPr marL="12154" marR="12154" marT="12154" marB="0" anchor="ctr"/>
                </a:tc>
                <a:tc>
                  <a:txBody>
                    <a:bodyPr/>
                    <a:lstStyle/>
                    <a:p>
                      <a:pPr algn="ctr" fontAlgn="ctr">
                        <a:buNone/>
                      </a:pPr>
                      <a:r>
                        <a:rPr lang="en-PH" sz="2800" u="none" strike="noStrike">
                          <a:effectLst/>
                        </a:rPr>
                        <a:t>Explanation</a:t>
                      </a:r>
                      <a:endParaRPr lang="en-PH" sz="2800" b="1" i="0" u="none" strike="noStrike">
                        <a:solidFill>
                          <a:srgbClr val="000000"/>
                        </a:solidFill>
                        <a:effectLst/>
                        <a:latin typeface="Aptos Narrow" panose="020B0004020202020204" pitchFamily="34" charset="0"/>
                      </a:endParaRPr>
                    </a:p>
                  </a:txBody>
                  <a:tcPr marL="12154" marR="12154" marT="12154" marB="0" anchor="ctr"/>
                </a:tc>
                <a:extLst>
                  <a:ext uri="{0D108BD9-81ED-4DB2-BD59-A6C34878D82A}">
                    <a16:rowId xmlns:a16="http://schemas.microsoft.com/office/drawing/2014/main" val="3311809280"/>
                  </a:ext>
                </a:extLst>
              </a:tr>
              <a:tr h="831841">
                <a:tc>
                  <a:txBody>
                    <a:bodyPr/>
                    <a:lstStyle/>
                    <a:p>
                      <a:pPr algn="l" fontAlgn="ctr">
                        <a:buNone/>
                      </a:pPr>
                      <a:r>
                        <a:rPr lang="en-PH" sz="2800" u="none" strike="noStrike" dirty="0">
                          <a:effectLst/>
                        </a:rPr>
                        <a:t>Flooding</a:t>
                      </a:r>
                      <a:endParaRPr lang="en-PH" sz="2800" b="1" i="0" u="none" strike="noStrike" dirty="0">
                        <a:solidFill>
                          <a:srgbClr val="000000"/>
                        </a:solidFill>
                        <a:effectLst/>
                        <a:latin typeface="Aptos Narrow" panose="020B0004020202020204" pitchFamily="34" charset="0"/>
                      </a:endParaRPr>
                    </a:p>
                  </a:txBody>
                  <a:tcPr marL="12154" marR="12154" marT="12154" marB="0" anchor="ctr"/>
                </a:tc>
                <a:tc>
                  <a:txBody>
                    <a:bodyPr/>
                    <a:lstStyle/>
                    <a:p>
                      <a:pPr algn="l" fontAlgn="ctr">
                        <a:buNone/>
                      </a:pPr>
                      <a:r>
                        <a:rPr lang="en-PH" sz="2800" u="none" strike="noStrike" dirty="0">
                          <a:effectLst/>
                        </a:rPr>
                        <a:t>Lower land is more easily flooded during heavy rainfall.</a:t>
                      </a:r>
                      <a:endParaRPr lang="en-PH" sz="2800" b="0" i="0" u="none" strike="noStrike" dirty="0">
                        <a:solidFill>
                          <a:srgbClr val="000000"/>
                        </a:solidFill>
                        <a:effectLst/>
                        <a:latin typeface="Aptos Narrow" panose="020B0004020202020204" pitchFamily="34" charset="0"/>
                      </a:endParaRPr>
                    </a:p>
                  </a:txBody>
                  <a:tcPr marL="12154" marR="12154" marT="12154" marB="0" anchor="ctr"/>
                </a:tc>
                <a:extLst>
                  <a:ext uri="{0D108BD9-81ED-4DB2-BD59-A6C34878D82A}">
                    <a16:rowId xmlns:a16="http://schemas.microsoft.com/office/drawing/2014/main" val="2256287320"/>
                  </a:ext>
                </a:extLst>
              </a:tr>
              <a:tr h="831841">
                <a:tc>
                  <a:txBody>
                    <a:bodyPr/>
                    <a:lstStyle/>
                    <a:p>
                      <a:pPr algn="l" fontAlgn="ctr">
                        <a:buNone/>
                      </a:pPr>
                      <a:r>
                        <a:rPr lang="en-PH" sz="2800" u="none" strike="noStrike">
                          <a:effectLst/>
                        </a:rPr>
                        <a:t>Coastal flooding</a:t>
                      </a:r>
                      <a:endParaRPr lang="en-PH" sz="2800" b="1" i="0" u="none" strike="noStrike">
                        <a:solidFill>
                          <a:srgbClr val="000000"/>
                        </a:solidFill>
                        <a:effectLst/>
                        <a:latin typeface="Aptos Narrow" panose="020B0004020202020204" pitchFamily="34" charset="0"/>
                      </a:endParaRPr>
                    </a:p>
                  </a:txBody>
                  <a:tcPr marL="12154" marR="12154" marT="12154" marB="0" anchor="ctr"/>
                </a:tc>
                <a:tc>
                  <a:txBody>
                    <a:bodyPr/>
                    <a:lstStyle/>
                    <a:p>
                      <a:pPr algn="l" fontAlgn="ctr">
                        <a:buNone/>
                      </a:pPr>
                      <a:r>
                        <a:rPr lang="en-PH" sz="2800" u="none" strike="noStrike" dirty="0">
                          <a:effectLst/>
                        </a:rPr>
                        <a:t>Subsidence can increase the relative effect of sea-level rise.</a:t>
                      </a:r>
                      <a:endParaRPr lang="en-PH" sz="2800" b="0" i="0" u="none" strike="noStrike" dirty="0">
                        <a:solidFill>
                          <a:srgbClr val="000000"/>
                        </a:solidFill>
                        <a:effectLst/>
                        <a:latin typeface="Aptos Narrow" panose="020B0004020202020204" pitchFamily="34" charset="0"/>
                      </a:endParaRPr>
                    </a:p>
                  </a:txBody>
                  <a:tcPr marL="12154" marR="12154" marT="12154" marB="0" anchor="ctr"/>
                </a:tc>
                <a:extLst>
                  <a:ext uri="{0D108BD9-81ED-4DB2-BD59-A6C34878D82A}">
                    <a16:rowId xmlns:a16="http://schemas.microsoft.com/office/drawing/2014/main" val="2817775326"/>
                  </a:ext>
                </a:extLst>
              </a:tr>
              <a:tr h="831841">
                <a:tc>
                  <a:txBody>
                    <a:bodyPr/>
                    <a:lstStyle/>
                    <a:p>
                      <a:pPr algn="l" fontAlgn="ctr">
                        <a:buNone/>
                      </a:pPr>
                      <a:r>
                        <a:rPr lang="en-PH" sz="2800" u="none" strike="noStrike">
                          <a:effectLst/>
                        </a:rPr>
                        <a:t>Damage to buildings</a:t>
                      </a:r>
                      <a:endParaRPr lang="en-PH" sz="2800" b="1" i="0" u="none" strike="noStrike">
                        <a:solidFill>
                          <a:srgbClr val="000000"/>
                        </a:solidFill>
                        <a:effectLst/>
                        <a:latin typeface="Aptos Narrow" panose="020B0004020202020204" pitchFamily="34" charset="0"/>
                      </a:endParaRPr>
                    </a:p>
                  </a:txBody>
                  <a:tcPr marL="12154" marR="12154" marT="12154" marB="0" anchor="ctr"/>
                </a:tc>
                <a:tc>
                  <a:txBody>
                    <a:bodyPr/>
                    <a:lstStyle/>
                    <a:p>
                      <a:pPr algn="l" fontAlgn="ctr">
                        <a:buNone/>
                      </a:pPr>
                      <a:r>
                        <a:rPr lang="en-PH" sz="2800" u="none" strike="noStrike" dirty="0">
                          <a:effectLst/>
                        </a:rPr>
                        <a:t>Uneven sinking can cause cracks and structural problems.</a:t>
                      </a:r>
                      <a:endParaRPr lang="en-PH" sz="2800" b="0" i="0" u="none" strike="noStrike" dirty="0">
                        <a:solidFill>
                          <a:srgbClr val="000000"/>
                        </a:solidFill>
                        <a:effectLst/>
                        <a:latin typeface="Aptos Narrow" panose="020B0004020202020204" pitchFamily="34" charset="0"/>
                      </a:endParaRPr>
                    </a:p>
                  </a:txBody>
                  <a:tcPr marL="12154" marR="12154" marT="12154" marB="0" anchor="ctr"/>
                </a:tc>
                <a:extLst>
                  <a:ext uri="{0D108BD9-81ED-4DB2-BD59-A6C34878D82A}">
                    <a16:rowId xmlns:a16="http://schemas.microsoft.com/office/drawing/2014/main" val="2601592854"/>
                  </a:ext>
                </a:extLst>
              </a:tr>
              <a:tr h="808773">
                <a:tc>
                  <a:txBody>
                    <a:bodyPr/>
                    <a:lstStyle/>
                    <a:p>
                      <a:pPr algn="l" fontAlgn="ctr">
                        <a:buNone/>
                      </a:pPr>
                      <a:r>
                        <a:rPr lang="en-PH" sz="2800" u="none" strike="noStrike">
                          <a:effectLst/>
                        </a:rPr>
                        <a:t>Road damage</a:t>
                      </a:r>
                      <a:endParaRPr lang="en-PH" sz="2800" b="1" i="0" u="none" strike="noStrike">
                        <a:solidFill>
                          <a:srgbClr val="000000"/>
                        </a:solidFill>
                        <a:effectLst/>
                        <a:latin typeface="Aptos Narrow" panose="020B0004020202020204" pitchFamily="34" charset="0"/>
                      </a:endParaRPr>
                    </a:p>
                  </a:txBody>
                  <a:tcPr marL="12154" marR="12154" marT="12154" marB="0" anchor="ctr"/>
                </a:tc>
                <a:tc>
                  <a:txBody>
                    <a:bodyPr/>
                    <a:lstStyle/>
                    <a:p>
                      <a:pPr algn="l" fontAlgn="ctr">
                        <a:buNone/>
                      </a:pPr>
                      <a:r>
                        <a:rPr lang="en-PH" sz="2800" u="none" strike="noStrike" dirty="0">
                          <a:effectLst/>
                        </a:rPr>
                        <a:t>Roads may crack, deform, or become uneven.</a:t>
                      </a:r>
                      <a:endParaRPr lang="en-PH" sz="2800" b="0" i="0" u="none" strike="noStrike" dirty="0">
                        <a:solidFill>
                          <a:srgbClr val="000000"/>
                        </a:solidFill>
                        <a:effectLst/>
                        <a:latin typeface="Aptos Narrow" panose="020B0004020202020204" pitchFamily="34" charset="0"/>
                      </a:endParaRPr>
                    </a:p>
                  </a:txBody>
                  <a:tcPr marL="12154" marR="12154" marT="12154" marB="0" anchor="ctr"/>
                </a:tc>
                <a:extLst>
                  <a:ext uri="{0D108BD9-81ED-4DB2-BD59-A6C34878D82A}">
                    <a16:rowId xmlns:a16="http://schemas.microsoft.com/office/drawing/2014/main" val="828629321"/>
                  </a:ext>
                </a:extLst>
              </a:tr>
            </a:tbl>
          </a:graphicData>
        </a:graphic>
      </p:graphicFrame>
    </p:spTree>
    <p:extLst>
      <p:ext uri="{BB962C8B-B14F-4D97-AF65-F5344CB8AC3E}">
        <p14:creationId xmlns:p14="http://schemas.microsoft.com/office/powerpoint/2010/main" val="35735683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52AE8-3AAB-68E5-684B-7AAD2A1AE1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A557BC-49BD-5421-1814-3035A2B7AC65}"/>
              </a:ext>
            </a:extLst>
          </p:cNvPr>
          <p:cNvSpPr>
            <a:spLocks noGrp="1"/>
          </p:cNvSpPr>
          <p:nvPr>
            <p:ph type="title"/>
          </p:nvPr>
        </p:nvSpPr>
        <p:spPr/>
        <p:txBody>
          <a:bodyPr/>
          <a:lstStyle/>
          <a:p>
            <a:r>
              <a:rPr lang="en-PH" dirty="0"/>
              <a:t>EFFECTS OF LAND SUBSIDENCE</a:t>
            </a:r>
          </a:p>
        </p:txBody>
      </p:sp>
      <p:graphicFrame>
        <p:nvGraphicFramePr>
          <p:cNvPr id="3" name="Table 2">
            <a:extLst>
              <a:ext uri="{FF2B5EF4-FFF2-40B4-BE49-F238E27FC236}">
                <a16:creationId xmlns:a16="http://schemas.microsoft.com/office/drawing/2014/main" id="{7142092D-8DBF-95A0-9D44-5DE1B9E2364E}"/>
              </a:ext>
            </a:extLst>
          </p:cNvPr>
          <p:cNvGraphicFramePr>
            <a:graphicFrameLocks noGrp="1"/>
          </p:cNvGraphicFramePr>
          <p:nvPr>
            <p:extLst>
              <p:ext uri="{D42A27DB-BD31-4B8C-83A1-F6EECF244321}">
                <p14:modId xmlns:p14="http://schemas.microsoft.com/office/powerpoint/2010/main" val="2251946286"/>
              </p:ext>
            </p:extLst>
          </p:nvPr>
        </p:nvGraphicFramePr>
        <p:xfrm>
          <a:off x="581192" y="1997755"/>
          <a:ext cx="11029615" cy="3887686"/>
        </p:xfrm>
        <a:graphic>
          <a:graphicData uri="http://schemas.openxmlformats.org/drawingml/2006/table">
            <a:tbl>
              <a:tblPr firstRow="1" bandRow="1">
                <a:tableStyleId>{C083E6E3-FA7D-4D7B-A595-EF9225AFEA82}</a:tableStyleId>
              </a:tblPr>
              <a:tblGrid>
                <a:gridCol w="3947265">
                  <a:extLst>
                    <a:ext uri="{9D8B030D-6E8A-4147-A177-3AD203B41FA5}">
                      <a16:colId xmlns:a16="http://schemas.microsoft.com/office/drawing/2014/main" val="1003839849"/>
                    </a:ext>
                  </a:extLst>
                </a:gridCol>
                <a:gridCol w="7082350">
                  <a:extLst>
                    <a:ext uri="{9D8B030D-6E8A-4147-A177-3AD203B41FA5}">
                      <a16:colId xmlns:a16="http://schemas.microsoft.com/office/drawing/2014/main" val="3636986596"/>
                    </a:ext>
                  </a:extLst>
                </a:gridCol>
              </a:tblGrid>
              <a:tr h="326992">
                <a:tc>
                  <a:txBody>
                    <a:bodyPr/>
                    <a:lstStyle/>
                    <a:p>
                      <a:pPr algn="ctr" fontAlgn="ctr">
                        <a:buNone/>
                      </a:pPr>
                      <a:r>
                        <a:rPr lang="en-PH" sz="2400" u="none" strike="noStrike" dirty="0">
                          <a:effectLst/>
                        </a:rPr>
                        <a:t>Effect</a:t>
                      </a:r>
                      <a:endParaRPr lang="en-PH" sz="2400" b="1" i="0" u="none" strike="noStrike" dirty="0">
                        <a:solidFill>
                          <a:srgbClr val="000000"/>
                        </a:solidFill>
                        <a:effectLst/>
                        <a:latin typeface="Aptos Narrow" panose="020B0004020202020204" pitchFamily="34" charset="0"/>
                      </a:endParaRPr>
                    </a:p>
                  </a:txBody>
                  <a:tcPr marL="7776" marR="7776" marT="7776" marB="0" anchor="ctr"/>
                </a:tc>
                <a:tc>
                  <a:txBody>
                    <a:bodyPr/>
                    <a:lstStyle/>
                    <a:p>
                      <a:pPr algn="ctr" fontAlgn="ctr">
                        <a:buNone/>
                      </a:pPr>
                      <a:r>
                        <a:rPr lang="en-PH" sz="2400" u="none" strike="noStrike">
                          <a:effectLst/>
                        </a:rPr>
                        <a:t>Explanation</a:t>
                      </a:r>
                      <a:endParaRPr lang="en-PH" sz="2400" b="1" i="0" u="none" strike="noStrike">
                        <a:solidFill>
                          <a:srgbClr val="000000"/>
                        </a:solidFill>
                        <a:effectLst/>
                        <a:latin typeface="Aptos Narrow" panose="020B0004020202020204" pitchFamily="34" charset="0"/>
                      </a:endParaRPr>
                    </a:p>
                  </a:txBody>
                  <a:tcPr marL="7776" marR="7776" marT="7776" marB="0" anchor="ctr"/>
                </a:tc>
                <a:extLst>
                  <a:ext uri="{0D108BD9-81ED-4DB2-BD59-A6C34878D82A}">
                    <a16:rowId xmlns:a16="http://schemas.microsoft.com/office/drawing/2014/main" val="2109149813"/>
                  </a:ext>
                </a:extLst>
              </a:tr>
              <a:tr h="648131">
                <a:tc>
                  <a:txBody>
                    <a:bodyPr/>
                    <a:lstStyle/>
                    <a:p>
                      <a:pPr algn="l" fontAlgn="ctr">
                        <a:buNone/>
                      </a:pPr>
                      <a:r>
                        <a:rPr lang="en-PH" sz="2400" b="1" u="none" strike="noStrike" dirty="0">
                          <a:effectLst/>
                        </a:rPr>
                        <a:t>Drainage problems</a:t>
                      </a:r>
                      <a:endParaRPr lang="en-PH" sz="2400" b="1" i="0" u="none" strike="noStrike" dirty="0">
                        <a:solidFill>
                          <a:srgbClr val="000000"/>
                        </a:solidFill>
                        <a:effectLst/>
                        <a:latin typeface="Aptos Narrow" panose="020B0004020202020204" pitchFamily="34" charset="0"/>
                      </a:endParaRPr>
                    </a:p>
                  </a:txBody>
                  <a:tcPr marL="7776" marR="7776" marT="7776" marB="0" anchor="ctr"/>
                </a:tc>
                <a:tc>
                  <a:txBody>
                    <a:bodyPr/>
                    <a:lstStyle/>
                    <a:p>
                      <a:pPr algn="l" fontAlgn="ctr">
                        <a:buNone/>
                      </a:pPr>
                      <a:r>
                        <a:rPr lang="en-PH" sz="2400" u="none" strike="noStrike" dirty="0">
                          <a:effectLst/>
                        </a:rPr>
                        <a:t>Gravity-based drainage becomes less effective.</a:t>
                      </a:r>
                      <a:endParaRPr lang="en-PH" sz="2400" b="0" i="0" u="none" strike="noStrike" dirty="0">
                        <a:solidFill>
                          <a:srgbClr val="000000"/>
                        </a:solidFill>
                        <a:effectLst/>
                        <a:latin typeface="Aptos Narrow" panose="020B0004020202020204" pitchFamily="34" charset="0"/>
                      </a:endParaRPr>
                    </a:p>
                  </a:txBody>
                  <a:tcPr marL="7776" marR="7776" marT="7776" marB="0" anchor="ctr"/>
                </a:tc>
                <a:extLst>
                  <a:ext uri="{0D108BD9-81ED-4DB2-BD59-A6C34878D82A}">
                    <a16:rowId xmlns:a16="http://schemas.microsoft.com/office/drawing/2014/main" val="2449796355"/>
                  </a:ext>
                </a:extLst>
              </a:tr>
              <a:tr h="648131">
                <a:tc>
                  <a:txBody>
                    <a:bodyPr/>
                    <a:lstStyle/>
                    <a:p>
                      <a:pPr algn="l" fontAlgn="ctr">
                        <a:buNone/>
                      </a:pPr>
                      <a:r>
                        <a:rPr lang="en-PH" sz="2400" b="1" u="none" strike="noStrike" dirty="0">
                          <a:effectLst/>
                        </a:rPr>
                        <a:t>Damage to pipelines</a:t>
                      </a:r>
                      <a:endParaRPr lang="en-PH" sz="2400" b="1" i="0" u="none" strike="noStrike" dirty="0">
                        <a:solidFill>
                          <a:srgbClr val="000000"/>
                        </a:solidFill>
                        <a:effectLst/>
                        <a:latin typeface="Aptos Narrow" panose="020B0004020202020204" pitchFamily="34" charset="0"/>
                      </a:endParaRPr>
                    </a:p>
                  </a:txBody>
                  <a:tcPr marL="7776" marR="7776" marT="7776" marB="0" anchor="ctr"/>
                </a:tc>
                <a:tc>
                  <a:txBody>
                    <a:bodyPr/>
                    <a:lstStyle/>
                    <a:p>
                      <a:pPr algn="l" fontAlgn="ctr">
                        <a:buNone/>
                      </a:pPr>
                      <a:r>
                        <a:rPr lang="en-PH" sz="2400" u="none" strike="noStrike" dirty="0">
                          <a:effectLst/>
                        </a:rPr>
                        <a:t>Water, sewage, and gas pipelines may be stressed.</a:t>
                      </a:r>
                      <a:endParaRPr lang="en-PH" sz="2400" b="0" i="0" u="none" strike="noStrike" dirty="0">
                        <a:solidFill>
                          <a:srgbClr val="000000"/>
                        </a:solidFill>
                        <a:effectLst/>
                        <a:latin typeface="Aptos Narrow" panose="020B0004020202020204" pitchFamily="34" charset="0"/>
                      </a:endParaRPr>
                    </a:p>
                  </a:txBody>
                  <a:tcPr marL="7776" marR="7776" marT="7776" marB="0" anchor="ctr"/>
                </a:tc>
                <a:extLst>
                  <a:ext uri="{0D108BD9-81ED-4DB2-BD59-A6C34878D82A}">
                    <a16:rowId xmlns:a16="http://schemas.microsoft.com/office/drawing/2014/main" val="3558018239"/>
                  </a:ext>
                </a:extLst>
              </a:tr>
              <a:tr h="648131">
                <a:tc>
                  <a:txBody>
                    <a:bodyPr/>
                    <a:lstStyle/>
                    <a:p>
                      <a:pPr algn="l" fontAlgn="ctr">
                        <a:buNone/>
                      </a:pPr>
                      <a:r>
                        <a:rPr lang="en-PH" sz="2400" b="1" u="none" strike="noStrike" dirty="0">
                          <a:effectLst/>
                        </a:rPr>
                        <a:t>Saltwater intrusion</a:t>
                      </a:r>
                      <a:endParaRPr lang="en-PH" sz="2400" b="1" i="0" u="none" strike="noStrike" dirty="0">
                        <a:solidFill>
                          <a:srgbClr val="000000"/>
                        </a:solidFill>
                        <a:effectLst/>
                        <a:latin typeface="Aptos Narrow" panose="020B0004020202020204" pitchFamily="34" charset="0"/>
                      </a:endParaRPr>
                    </a:p>
                  </a:txBody>
                  <a:tcPr marL="7776" marR="7776" marT="7776" marB="0" anchor="ctr"/>
                </a:tc>
                <a:tc>
                  <a:txBody>
                    <a:bodyPr/>
                    <a:lstStyle/>
                    <a:p>
                      <a:pPr algn="l" fontAlgn="ctr">
                        <a:buNone/>
                      </a:pPr>
                      <a:r>
                        <a:rPr lang="en-PH" sz="2400" u="none" strike="noStrike" dirty="0">
                          <a:effectLst/>
                        </a:rPr>
                        <a:t>Lower land and altered groundwater conditions can increase coastal vulnerability.</a:t>
                      </a:r>
                      <a:endParaRPr lang="en-PH" sz="2400" b="0" i="0" u="none" strike="noStrike" dirty="0">
                        <a:solidFill>
                          <a:srgbClr val="000000"/>
                        </a:solidFill>
                        <a:effectLst/>
                        <a:latin typeface="Aptos Narrow" panose="020B0004020202020204" pitchFamily="34" charset="0"/>
                      </a:endParaRPr>
                    </a:p>
                  </a:txBody>
                  <a:tcPr marL="7776" marR="7776" marT="7776" marB="0" anchor="ctr"/>
                </a:tc>
                <a:extLst>
                  <a:ext uri="{0D108BD9-81ED-4DB2-BD59-A6C34878D82A}">
                    <a16:rowId xmlns:a16="http://schemas.microsoft.com/office/drawing/2014/main" val="2139570524"/>
                  </a:ext>
                </a:extLst>
              </a:tr>
              <a:tr h="648131">
                <a:tc>
                  <a:txBody>
                    <a:bodyPr/>
                    <a:lstStyle/>
                    <a:p>
                      <a:pPr algn="l" fontAlgn="ctr">
                        <a:buNone/>
                      </a:pPr>
                      <a:r>
                        <a:rPr lang="en-PH" sz="2400" b="1" u="none" strike="noStrike" dirty="0">
                          <a:effectLst/>
                        </a:rPr>
                        <a:t>Loss of agricultural land</a:t>
                      </a:r>
                      <a:endParaRPr lang="en-PH" sz="2400" b="1" i="0" u="none" strike="noStrike" dirty="0">
                        <a:solidFill>
                          <a:srgbClr val="000000"/>
                        </a:solidFill>
                        <a:effectLst/>
                        <a:latin typeface="Aptos Narrow" panose="020B0004020202020204" pitchFamily="34" charset="0"/>
                      </a:endParaRPr>
                    </a:p>
                  </a:txBody>
                  <a:tcPr marL="7776" marR="7776" marT="7776" marB="0" anchor="ctr"/>
                </a:tc>
                <a:tc>
                  <a:txBody>
                    <a:bodyPr/>
                    <a:lstStyle/>
                    <a:p>
                      <a:pPr algn="l" fontAlgn="ctr">
                        <a:buNone/>
                      </a:pPr>
                      <a:r>
                        <a:rPr lang="en-PH" sz="2400" u="none" strike="noStrike" dirty="0">
                          <a:effectLst/>
                        </a:rPr>
                        <a:t>Farms may become waterlogged or increasingly exposed to flooding.</a:t>
                      </a:r>
                      <a:endParaRPr lang="en-PH" sz="2400" b="0" i="0" u="none" strike="noStrike" dirty="0">
                        <a:solidFill>
                          <a:srgbClr val="000000"/>
                        </a:solidFill>
                        <a:effectLst/>
                        <a:latin typeface="Aptos Narrow" panose="020B0004020202020204" pitchFamily="34" charset="0"/>
                      </a:endParaRPr>
                    </a:p>
                  </a:txBody>
                  <a:tcPr marL="7776" marR="7776" marT="7776" marB="0" anchor="ctr"/>
                </a:tc>
                <a:extLst>
                  <a:ext uri="{0D108BD9-81ED-4DB2-BD59-A6C34878D82A}">
                    <a16:rowId xmlns:a16="http://schemas.microsoft.com/office/drawing/2014/main" val="1566958691"/>
                  </a:ext>
                </a:extLst>
              </a:tr>
              <a:tr h="648131">
                <a:tc>
                  <a:txBody>
                    <a:bodyPr/>
                    <a:lstStyle/>
                    <a:p>
                      <a:pPr algn="l" fontAlgn="ctr">
                        <a:buNone/>
                      </a:pPr>
                      <a:r>
                        <a:rPr lang="en-PH" sz="2400" b="1" u="none" strike="noStrike" dirty="0">
                          <a:effectLst/>
                        </a:rPr>
                        <a:t>Economic losses</a:t>
                      </a:r>
                      <a:endParaRPr lang="en-PH" sz="2400" b="1" i="0" u="none" strike="noStrike" dirty="0">
                        <a:solidFill>
                          <a:srgbClr val="000000"/>
                        </a:solidFill>
                        <a:effectLst/>
                        <a:latin typeface="Aptos Narrow" panose="020B0004020202020204" pitchFamily="34" charset="0"/>
                      </a:endParaRPr>
                    </a:p>
                  </a:txBody>
                  <a:tcPr marL="7776" marR="7776" marT="7776" marB="0" anchor="ctr"/>
                </a:tc>
                <a:tc>
                  <a:txBody>
                    <a:bodyPr/>
                    <a:lstStyle/>
                    <a:p>
                      <a:pPr algn="l" fontAlgn="ctr">
                        <a:buNone/>
                      </a:pPr>
                      <a:r>
                        <a:rPr lang="en-PH" sz="2400" u="none" strike="noStrike" dirty="0">
                          <a:effectLst/>
                        </a:rPr>
                        <a:t>Communities may spend more on repairs and flood protection.</a:t>
                      </a:r>
                      <a:endParaRPr lang="en-PH" sz="2400" b="0" i="0" u="none" strike="noStrike" dirty="0">
                        <a:solidFill>
                          <a:srgbClr val="000000"/>
                        </a:solidFill>
                        <a:effectLst/>
                        <a:latin typeface="Aptos Narrow" panose="020B0004020202020204" pitchFamily="34" charset="0"/>
                      </a:endParaRPr>
                    </a:p>
                  </a:txBody>
                  <a:tcPr marL="7776" marR="7776" marT="7776" marB="0" anchor="ctr"/>
                </a:tc>
                <a:extLst>
                  <a:ext uri="{0D108BD9-81ED-4DB2-BD59-A6C34878D82A}">
                    <a16:rowId xmlns:a16="http://schemas.microsoft.com/office/drawing/2014/main" val="815143514"/>
                  </a:ext>
                </a:extLst>
              </a:tr>
            </a:tbl>
          </a:graphicData>
        </a:graphic>
      </p:graphicFrame>
    </p:spTree>
    <p:extLst>
      <p:ext uri="{BB962C8B-B14F-4D97-AF65-F5344CB8AC3E}">
        <p14:creationId xmlns:p14="http://schemas.microsoft.com/office/powerpoint/2010/main" val="19278079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9CBF8-AB7F-1D89-D33A-EA7DDDE51392}"/>
              </a:ext>
            </a:extLst>
          </p:cNvPr>
          <p:cNvSpPr>
            <a:spLocks noGrp="1"/>
          </p:cNvSpPr>
          <p:nvPr>
            <p:ph type="title"/>
          </p:nvPr>
        </p:nvSpPr>
        <p:spPr/>
        <p:txBody>
          <a:bodyPr/>
          <a:lstStyle/>
          <a:p>
            <a:r>
              <a:rPr lang="en-PH" dirty="0"/>
              <a:t>LAND SUBSIDENCE AND CLIMATE CHANGE</a:t>
            </a:r>
          </a:p>
        </p:txBody>
      </p:sp>
      <p:sp>
        <p:nvSpPr>
          <p:cNvPr id="3" name="Content Placeholder 2">
            <a:extLst>
              <a:ext uri="{FF2B5EF4-FFF2-40B4-BE49-F238E27FC236}">
                <a16:creationId xmlns:a16="http://schemas.microsoft.com/office/drawing/2014/main" id="{58C961E0-12BB-D469-CE02-6C31BCC4B4B1}"/>
              </a:ext>
            </a:extLst>
          </p:cNvPr>
          <p:cNvSpPr>
            <a:spLocks noGrp="1"/>
          </p:cNvSpPr>
          <p:nvPr>
            <p:ph idx="1"/>
          </p:nvPr>
        </p:nvSpPr>
        <p:spPr>
          <a:xfrm>
            <a:off x="581192" y="2180495"/>
            <a:ext cx="11029615" cy="4340047"/>
          </a:xfrm>
        </p:spPr>
        <p:txBody>
          <a:bodyPr>
            <a:normAutofit/>
          </a:bodyPr>
          <a:lstStyle/>
          <a:p>
            <a:r>
              <a:rPr lang="en-PH" sz="2000" dirty="0"/>
              <a:t>Land subsidence and climate change can </a:t>
            </a:r>
            <a:r>
              <a:rPr lang="en-PH" sz="2000" b="1" dirty="0"/>
              <a:t>increase each other's impacts</a:t>
            </a:r>
            <a:r>
              <a:rPr lang="en-PH" sz="2000" dirty="0"/>
              <a:t> in vulnerable areas.</a:t>
            </a:r>
          </a:p>
          <a:p>
            <a:pPr marL="0" indent="0">
              <a:buNone/>
            </a:pPr>
            <a:r>
              <a:rPr lang="en-PH" sz="2000" dirty="0"/>
              <a:t>For example:</a:t>
            </a:r>
          </a:p>
          <a:p>
            <a:r>
              <a:rPr lang="en-PH" sz="2000" b="1" dirty="0"/>
              <a:t>Groundwater extraction → land subsidence</a:t>
            </a:r>
          </a:p>
          <a:p>
            <a:endParaRPr lang="en-PH" sz="900" dirty="0"/>
          </a:p>
          <a:p>
            <a:pPr marL="0" indent="0">
              <a:buNone/>
            </a:pPr>
            <a:r>
              <a:rPr lang="en-PH" sz="2000" dirty="0"/>
              <a:t>At the same time:</a:t>
            </a:r>
          </a:p>
          <a:p>
            <a:r>
              <a:rPr lang="en-PH" sz="2000" b="1" dirty="0"/>
              <a:t>Climate change → sea-level rise</a:t>
            </a:r>
          </a:p>
          <a:p>
            <a:endParaRPr lang="en-PH" sz="900" dirty="0"/>
          </a:p>
          <a:p>
            <a:pPr marL="0" indent="0">
              <a:buNone/>
            </a:pPr>
            <a:r>
              <a:rPr lang="en-PH" sz="2000" dirty="0"/>
              <a:t>When both occur in a coastal area:</a:t>
            </a:r>
          </a:p>
          <a:p>
            <a:r>
              <a:rPr lang="en-PH" sz="2000" b="1" dirty="0"/>
              <a:t>Land sinks + sea level rises → greater relative flooding risk</a:t>
            </a:r>
            <a:endParaRPr lang="en-PH" sz="2000" dirty="0"/>
          </a:p>
          <a:p>
            <a:r>
              <a:rPr lang="en-PH" sz="2000" dirty="0"/>
              <a:t>This is particularly important for </a:t>
            </a:r>
            <a:r>
              <a:rPr lang="en-PH" sz="2000" b="1" dirty="0"/>
              <a:t>low-lying coastal communities and agricultural areas</a:t>
            </a:r>
            <a:r>
              <a:rPr lang="en-PH" sz="2000" dirty="0"/>
              <a:t>.</a:t>
            </a:r>
          </a:p>
          <a:p>
            <a:endParaRPr lang="en-PH" dirty="0"/>
          </a:p>
        </p:txBody>
      </p:sp>
    </p:spTree>
    <p:extLst>
      <p:ext uri="{BB962C8B-B14F-4D97-AF65-F5344CB8AC3E}">
        <p14:creationId xmlns:p14="http://schemas.microsoft.com/office/powerpoint/2010/main" val="42803169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C98D9-FD2A-502D-FBFE-9B2A2B6DC5D7}"/>
              </a:ext>
            </a:extLst>
          </p:cNvPr>
          <p:cNvSpPr>
            <a:spLocks noGrp="1"/>
          </p:cNvSpPr>
          <p:nvPr>
            <p:ph type="title"/>
          </p:nvPr>
        </p:nvSpPr>
        <p:spPr/>
        <p:txBody>
          <a:bodyPr/>
          <a:lstStyle/>
          <a:p>
            <a:r>
              <a:rPr lang="en-PH" dirty="0">
                <a:solidFill>
                  <a:srgbClr val="FFFFFF"/>
                </a:solidFill>
              </a:rPr>
              <a:t>HOW CAN WE HELP PREVENT LAND SUBSIDENCE?</a:t>
            </a:r>
            <a:endParaRPr lang="en-PH" dirty="0"/>
          </a:p>
        </p:txBody>
      </p:sp>
      <p:sp>
        <p:nvSpPr>
          <p:cNvPr id="3" name="Content Placeholder 2">
            <a:extLst>
              <a:ext uri="{FF2B5EF4-FFF2-40B4-BE49-F238E27FC236}">
                <a16:creationId xmlns:a16="http://schemas.microsoft.com/office/drawing/2014/main" id="{A209C497-8F2C-91E5-461D-96ECFE58CEF1}"/>
              </a:ext>
            </a:extLst>
          </p:cNvPr>
          <p:cNvSpPr>
            <a:spLocks noGrp="1"/>
          </p:cNvSpPr>
          <p:nvPr>
            <p:ph idx="1"/>
          </p:nvPr>
        </p:nvSpPr>
        <p:spPr>
          <a:xfrm>
            <a:off x="853336" y="2180494"/>
            <a:ext cx="4894322" cy="3678303"/>
          </a:xfrm>
        </p:spPr>
        <p:style>
          <a:lnRef idx="2">
            <a:schemeClr val="accent1"/>
          </a:lnRef>
          <a:fillRef idx="1">
            <a:schemeClr val="lt1"/>
          </a:fillRef>
          <a:effectRef idx="0">
            <a:schemeClr val="accent1"/>
          </a:effectRef>
          <a:fontRef idx="minor">
            <a:schemeClr val="dk1"/>
          </a:fontRef>
        </p:style>
        <p:txBody>
          <a:bodyPr>
            <a:normAutofit fontScale="92500" lnSpcReduction="20000"/>
          </a:bodyPr>
          <a:lstStyle/>
          <a:p>
            <a:pPr fontAlgn="t"/>
            <a:r>
              <a:rPr lang="en-PH" sz="3200" dirty="0"/>
              <a:t>Reduce excessive groundwater pumping</a:t>
            </a:r>
          </a:p>
          <a:p>
            <a:pPr fontAlgn="t"/>
            <a:r>
              <a:rPr lang="en-PH" sz="3200" dirty="0"/>
              <a:t>Use surface water responsibly</a:t>
            </a:r>
          </a:p>
          <a:p>
            <a:pPr fontAlgn="t"/>
            <a:r>
              <a:rPr lang="en-PH" sz="3200" dirty="0"/>
              <a:t>Harvest rainwater</a:t>
            </a:r>
          </a:p>
          <a:p>
            <a:pPr fontAlgn="t"/>
            <a:r>
              <a:rPr lang="en-PH" sz="3200" dirty="0"/>
              <a:t>Improve irrigation efficiency</a:t>
            </a:r>
          </a:p>
          <a:p>
            <a:pPr fontAlgn="t"/>
            <a:r>
              <a:rPr lang="en-PH" sz="3200" dirty="0"/>
              <a:t>Protect recharge areas</a:t>
            </a:r>
          </a:p>
          <a:p>
            <a:endParaRPr lang="en-PH" dirty="0"/>
          </a:p>
        </p:txBody>
      </p:sp>
      <p:sp>
        <p:nvSpPr>
          <p:cNvPr id="4" name="Content Placeholder 2">
            <a:extLst>
              <a:ext uri="{FF2B5EF4-FFF2-40B4-BE49-F238E27FC236}">
                <a16:creationId xmlns:a16="http://schemas.microsoft.com/office/drawing/2014/main" id="{D9E48256-B222-0736-6E99-DBD8C8F15AA9}"/>
              </a:ext>
            </a:extLst>
          </p:cNvPr>
          <p:cNvSpPr txBox="1">
            <a:spLocks/>
          </p:cNvSpPr>
          <p:nvPr/>
        </p:nvSpPr>
        <p:spPr>
          <a:xfrm>
            <a:off x="6219993" y="2180495"/>
            <a:ext cx="4894322" cy="3678303"/>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chor="ctr">
            <a:normAutofit fontScale="92500" lnSpcReduction="1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dk1"/>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dk1"/>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dk1"/>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dk1"/>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dk1"/>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dk1"/>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dk1"/>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dk1"/>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dk1"/>
                </a:solidFill>
                <a:latin typeface="+mn-lt"/>
                <a:ea typeface="+mn-ea"/>
                <a:cs typeface="+mn-cs"/>
              </a:defRPr>
            </a:lvl9pPr>
          </a:lstStyle>
          <a:p>
            <a:pPr fontAlgn="t"/>
            <a:r>
              <a:rPr lang="en-PH" sz="3200" dirty="0"/>
              <a:t>Increase green spaces</a:t>
            </a:r>
          </a:p>
          <a:p>
            <a:pPr fontAlgn="t"/>
            <a:r>
              <a:rPr lang="en-PH" sz="3200" dirty="0"/>
              <a:t>Use </a:t>
            </a:r>
            <a:r>
              <a:rPr lang="en-PH" sz="3200" b="1" dirty="0"/>
              <a:t>permeable </a:t>
            </a:r>
            <a:r>
              <a:rPr lang="en-PH" sz="3200" dirty="0"/>
              <a:t>pavements</a:t>
            </a:r>
          </a:p>
          <a:p>
            <a:pPr fontAlgn="t"/>
            <a:r>
              <a:rPr lang="en-PH" sz="3200" dirty="0"/>
              <a:t>Monitor groundwater levels</a:t>
            </a:r>
          </a:p>
          <a:p>
            <a:pPr fontAlgn="t"/>
            <a:r>
              <a:rPr lang="en-PH" sz="3200" dirty="0"/>
              <a:t>Regulate deep wells</a:t>
            </a:r>
          </a:p>
          <a:p>
            <a:pPr fontAlgn="t"/>
            <a:r>
              <a:rPr lang="en-PH" sz="3200" dirty="0"/>
              <a:t>Reuse treated wastewater</a:t>
            </a:r>
          </a:p>
          <a:p>
            <a:pPr fontAlgn="t"/>
            <a:r>
              <a:rPr lang="en-PH" sz="3200" dirty="0"/>
              <a:t>Protect watersheds</a:t>
            </a:r>
          </a:p>
          <a:p>
            <a:endParaRPr lang="en-PH" dirty="0"/>
          </a:p>
        </p:txBody>
      </p:sp>
    </p:spTree>
    <p:extLst>
      <p:ext uri="{BB962C8B-B14F-4D97-AF65-F5344CB8AC3E}">
        <p14:creationId xmlns:p14="http://schemas.microsoft.com/office/powerpoint/2010/main" val="14838819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Rot="1" noChangeAspect="1" noMove="1" noResize="1" noEditPoints="1" noAdjustHandles="1" noChangeArrowheads="1" noChangeShapeType="1" noTextEdit="1"/>
          </p:cNvSpPr>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56851" y="637762"/>
            <a:ext cx="9888496" cy="900131"/>
          </a:xfrm>
        </p:spPr>
        <p:txBody>
          <a:bodyPr anchor="t">
            <a:normAutofit/>
          </a:bodyPr>
          <a:lstStyle/>
          <a:p>
            <a:r>
              <a:rPr lang="en-US" sz="4000" b="1">
                <a:solidFill>
                  <a:schemeClr val="bg1"/>
                </a:solidFill>
              </a:rPr>
              <a:t>Impervious materials</a:t>
            </a:r>
            <a:endParaRPr lang="en-US" sz="4000">
              <a:solidFill>
                <a:schemeClr val="bg1"/>
              </a:solidFill>
            </a:endParaRPr>
          </a:p>
        </p:txBody>
      </p:sp>
      <p:sp>
        <p:nvSpPr>
          <p:cNvPr id="10" name="Rectangle 9"/>
          <p:cNvSpPr>
            <a:spLocks noGrp="1" noRot="1" noChangeAspect="1" noMove="1" noResize="1" noEditPoints="1" noAdjustHandles="1" noChangeArrowheads="1" noChangeShapeType="1" noTextEdit="1"/>
          </p:cNvSpPr>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55548" y="2217343"/>
            <a:ext cx="4334495" cy="3959619"/>
          </a:xfrm>
        </p:spPr>
        <p:txBody>
          <a:bodyPr>
            <a:normAutofit fontScale="77500" lnSpcReduction="20000"/>
          </a:bodyPr>
          <a:lstStyle/>
          <a:p>
            <a:r>
              <a:rPr lang="en-US" sz="2600" b="1" dirty="0"/>
              <a:t>Impervious materials</a:t>
            </a:r>
            <a:r>
              <a:rPr lang="en-US" sz="2600" dirty="0"/>
              <a:t> are surfaces that </a:t>
            </a:r>
            <a:r>
              <a:rPr lang="en-US" sz="2600" b="1" dirty="0"/>
              <a:t>do not allow water to infiltrate</a:t>
            </a:r>
            <a:r>
              <a:rPr lang="en-US" sz="2600" dirty="0"/>
              <a:t> into the ground. </a:t>
            </a:r>
          </a:p>
          <a:p>
            <a:r>
              <a:rPr lang="en-US" sz="2600" dirty="0"/>
              <a:t>This increases the risk of:</a:t>
            </a:r>
          </a:p>
          <a:p>
            <a:pPr lvl="1"/>
            <a:r>
              <a:rPr lang="en-US" sz="2600" b="1" dirty="0"/>
              <a:t>Urban flooding</a:t>
            </a:r>
            <a:endParaRPr lang="en-US" sz="2600" dirty="0"/>
          </a:p>
          <a:p>
            <a:pPr lvl="1"/>
            <a:r>
              <a:rPr lang="en-US" sz="2600" b="1" dirty="0"/>
              <a:t>Flash floods</a:t>
            </a:r>
            <a:r>
              <a:rPr lang="en-US" sz="2600" dirty="0"/>
              <a:t>, especially during heavy rainfall</a:t>
            </a:r>
          </a:p>
          <a:p>
            <a:endParaRPr lang="en-US" sz="2600" dirty="0"/>
          </a:p>
          <a:p>
            <a:r>
              <a:rPr lang="en-US" sz="2600" dirty="0"/>
              <a:t>Common examples: </a:t>
            </a:r>
            <a:r>
              <a:rPr lang="en-US" sz="2600" b="1" dirty="0"/>
              <a:t>concrete, asphalt, rooftops, and paved roads</a:t>
            </a:r>
            <a:r>
              <a:rPr lang="en-US" sz="2600" dirty="0"/>
              <a:t>. </a:t>
            </a:r>
          </a:p>
          <a:p>
            <a:endParaRPr lang="en-US" sz="2400" dirty="0"/>
          </a:p>
          <a:p>
            <a:pPr lvl="1"/>
            <a:endParaRPr lang="en-US" dirty="0"/>
          </a:p>
        </p:txBody>
      </p:sp>
      <p:pic>
        <p:nvPicPr>
          <p:cNvPr id="10242" name="Picture 2" descr="Pervious vs. impervious surfaces | Media Library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0154" y="2217343"/>
            <a:ext cx="6247548" cy="363607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1279" name="Rectangle 11278"/>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80" name="Rectangle 11279"/>
          <p:cNvSpPr>
            <a:spLocks noGrp="1" noRot="1" noChangeAspect="1" noMove="1" noResize="1" noEditPoints="1" noAdjustHandles="1" noChangeArrowheads="1" noChangeShapeType="1" noTextEdit="1"/>
          </p:cNvSpPr>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81" name="Rectangle 11280"/>
          <p:cNvSpPr>
            <a:spLocks noGrp="1" noRot="1" noChangeAspect="1" noMove="1" noResize="1" noEditPoints="1" noAdjustHandles="1" noChangeArrowheads="1" noChangeShapeType="1" noTextEdit="1"/>
          </p:cNvSpPr>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82" name="Rectangle 11281"/>
          <p:cNvSpPr>
            <a:spLocks noGrp="1" noRot="1" noChangeAspect="1" noMove="1" noResize="1" noEditPoints="1" noAdjustHandles="1" noChangeArrowheads="1" noChangeShapeType="1" noTextEdit="1"/>
          </p:cNvSpPr>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266" name="Picture 2" descr="Impervious – Reduce Your Stormwate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57200" y="708279"/>
            <a:ext cx="11277600" cy="54414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Business Law - Right Suit"/>
          <p:cNvPicPr>
            <a:picLocks noChangeAspect="1" noChangeArrowheads="1"/>
          </p:cNvPicPr>
          <p:nvPr/>
        </p:nvPicPr>
        <p:blipFill>
          <a:blip r:embed="rId2">
            <a:extLst>
              <a:ext uri="{28A0092B-C50C-407E-A947-70E740481C1C}">
                <a14:useLocalDpi xmlns:a14="http://schemas.microsoft.com/office/drawing/2010/main" val="0"/>
              </a:ext>
            </a:extLst>
          </a:blip>
          <a:srcRect t="30736" r="-2" b="7877"/>
          <a:stretch>
            <a:fillRect/>
          </a:stretch>
        </p:blipFill>
        <p:spPr bwMode="auto">
          <a:xfrm>
            <a:off x="4883025" y="10"/>
            <a:ext cx="7308975" cy="3364982"/>
          </a:xfrm>
          <a:custGeom>
            <a:avLst/>
            <a:gdLst/>
            <a:ahLst/>
            <a:cxnLst/>
            <a:rect l="l" t="t" r="r" b="b"/>
            <a:pathLst>
              <a:path w="7308975" h="3364992">
                <a:moveTo>
                  <a:pt x="0" y="0"/>
                </a:moveTo>
                <a:lnTo>
                  <a:pt x="7308975" y="0"/>
                </a:lnTo>
                <a:lnTo>
                  <a:pt x="7308975" y="3364992"/>
                </a:lnTo>
                <a:lnTo>
                  <a:pt x="1210305" y="3364992"/>
                </a:lnTo>
                <a:lnTo>
                  <a:pt x="1192705" y="2943200"/>
                </a:lnTo>
                <a:cubicBezTo>
                  <a:pt x="1098874" y="1825108"/>
                  <a:pt x="684692" y="821621"/>
                  <a:pt x="62981" y="69271"/>
                </a:cubicBezTo>
                <a:close/>
              </a:path>
            </a:pathLst>
          </a:cu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rcRect b="12805"/>
          <a:stretch>
            <a:fillRect/>
          </a:stretch>
        </p:blipFill>
        <p:spPr>
          <a:xfrm>
            <a:off x="4883025" y="3493008"/>
            <a:ext cx="7308975" cy="3364992"/>
          </a:xfrm>
          <a:custGeom>
            <a:avLst/>
            <a:gdLst/>
            <a:ahLst/>
            <a:cxnLst/>
            <a:rect l="l" t="t" r="r" b="b"/>
            <a:pathLst>
              <a:path w="7308975" h="3364992">
                <a:moveTo>
                  <a:pt x="1210305" y="0"/>
                </a:moveTo>
                <a:lnTo>
                  <a:pt x="7308975" y="0"/>
                </a:lnTo>
                <a:lnTo>
                  <a:pt x="7308975" y="3364992"/>
                </a:lnTo>
                <a:lnTo>
                  <a:pt x="0" y="3364992"/>
                </a:lnTo>
                <a:lnTo>
                  <a:pt x="62981" y="3295722"/>
                </a:lnTo>
                <a:cubicBezTo>
                  <a:pt x="684692" y="2543371"/>
                  <a:pt x="1098874" y="1539884"/>
                  <a:pt x="1192705" y="421793"/>
                </a:cubicBezTo>
                <a:close/>
              </a:path>
            </a:pathLst>
          </a:custGeom>
        </p:spPr>
      </p:pic>
      <p:sp>
        <p:nvSpPr>
          <p:cNvPr id="2" name="Title 1"/>
          <p:cNvSpPr>
            <a:spLocks noGrp="1"/>
          </p:cNvSpPr>
          <p:nvPr>
            <p:ph type="title"/>
          </p:nvPr>
        </p:nvSpPr>
        <p:spPr>
          <a:xfrm>
            <a:off x="448056" y="859536"/>
            <a:ext cx="4832802" cy="1243584"/>
          </a:xfrm>
        </p:spPr>
        <p:txBody>
          <a:bodyPr>
            <a:normAutofit fontScale="90000"/>
          </a:bodyPr>
          <a:lstStyle/>
          <a:p>
            <a:br>
              <a:rPr lang="en-US" sz="2100" b="1" i="0" dirty="0">
                <a:effectLst/>
                <a:latin typeface="DeepSeek-CJK-patch"/>
              </a:rPr>
            </a:br>
            <a:r>
              <a:rPr lang="en-US" sz="3100" b="1" i="0" dirty="0">
                <a:effectLst/>
                <a:latin typeface="DeepSeek-CJK-patch"/>
              </a:rPr>
              <a:t>The Philippine Clean Water Act</a:t>
            </a:r>
            <a:br>
              <a:rPr lang="en-US" sz="3100" b="1" i="0" dirty="0">
                <a:effectLst/>
                <a:latin typeface="DeepSeek-CJK-patch"/>
              </a:rPr>
            </a:br>
            <a:endParaRPr lang="en-US" sz="2100" dirty="0"/>
          </a:p>
        </p:txBody>
      </p:sp>
      <p:sp>
        <p:nvSpPr>
          <p:cNvPr id="3" name="Content Placeholder 2"/>
          <p:cNvSpPr>
            <a:spLocks noGrp="1"/>
          </p:cNvSpPr>
          <p:nvPr>
            <p:ph idx="1"/>
          </p:nvPr>
        </p:nvSpPr>
        <p:spPr>
          <a:xfrm>
            <a:off x="448056" y="2512611"/>
            <a:ext cx="4832803" cy="3664351"/>
          </a:xfrm>
        </p:spPr>
        <p:txBody>
          <a:bodyPr>
            <a:normAutofit fontScale="92500"/>
          </a:bodyPr>
          <a:lstStyle/>
          <a:p>
            <a:r>
              <a:rPr lang="en-US" sz="2400" b="0" i="0" dirty="0">
                <a:effectLst/>
                <a:latin typeface="Arial" panose="020B0604020202020204" pitchFamily="34" charset="0"/>
                <a:cs typeface="Arial" panose="020B0604020202020204" pitchFamily="34" charset="0"/>
              </a:rPr>
              <a:t>The </a:t>
            </a:r>
            <a:r>
              <a:rPr lang="en-US" sz="2400" b="1" i="0" dirty="0">
                <a:effectLst/>
                <a:latin typeface="Arial" panose="020B0604020202020204" pitchFamily="34" charset="0"/>
                <a:cs typeface="Arial" panose="020B0604020202020204" pitchFamily="34" charset="0"/>
              </a:rPr>
              <a:t>Philippine Clean Water Act (Republic Act No. </a:t>
            </a:r>
            <a:r>
              <a:rPr lang="en-US" sz="2400" b="1" i="0" dirty="0">
                <a:solidFill>
                  <a:srgbClr val="FF0000"/>
                </a:solidFill>
                <a:effectLst/>
                <a:latin typeface="Arial" panose="020B0604020202020204" pitchFamily="34" charset="0"/>
                <a:cs typeface="Arial" panose="020B0604020202020204" pitchFamily="34" charset="0"/>
              </a:rPr>
              <a:t>9275</a:t>
            </a:r>
            <a:r>
              <a:rPr lang="en-US" sz="2400" b="1" i="0" dirty="0">
                <a:effectLst/>
                <a:latin typeface="Arial" panose="020B0604020202020204" pitchFamily="34" charset="0"/>
                <a:cs typeface="Arial" panose="020B0604020202020204" pitchFamily="34" charset="0"/>
              </a:rPr>
              <a:t>)</a:t>
            </a:r>
            <a:r>
              <a:rPr lang="en-US" sz="2400" b="0" i="0" dirty="0">
                <a:effectLst/>
                <a:latin typeface="Arial" panose="020B0604020202020204" pitchFamily="34" charset="0"/>
                <a:cs typeface="Arial" panose="020B0604020202020204" pitchFamily="34" charset="0"/>
              </a:rPr>
              <a:t>, enacted in </a:t>
            </a:r>
            <a:r>
              <a:rPr lang="en-US" sz="2400" b="1" i="0" dirty="0">
                <a:effectLst/>
                <a:latin typeface="Arial" panose="020B0604020202020204" pitchFamily="34" charset="0"/>
                <a:cs typeface="Arial" panose="020B0604020202020204" pitchFamily="34" charset="0"/>
              </a:rPr>
              <a:t>2004</a:t>
            </a:r>
            <a:r>
              <a:rPr lang="en-US" sz="2400" b="0" i="0" dirty="0">
                <a:effectLst/>
                <a:latin typeface="Arial" panose="020B0604020202020204" pitchFamily="34" charset="0"/>
                <a:cs typeface="Arial" panose="020B0604020202020204" pitchFamily="34" charset="0"/>
              </a:rPr>
              <a:t>, is the country’s primary law for </a:t>
            </a:r>
            <a:r>
              <a:rPr lang="en-US" sz="2400" b="1" i="0" dirty="0">
                <a:effectLst/>
                <a:latin typeface="Arial" panose="020B0604020202020204" pitchFamily="34" charset="0"/>
                <a:cs typeface="Arial" panose="020B0604020202020204" pitchFamily="34" charset="0"/>
              </a:rPr>
              <a:t>protecting water bodies from pollution</a:t>
            </a:r>
            <a:r>
              <a:rPr lang="en-US" sz="2400" b="0" i="0" dirty="0">
                <a:effectLst/>
                <a:latin typeface="Arial" panose="020B0604020202020204" pitchFamily="34" charset="0"/>
                <a:cs typeface="Arial" panose="020B0604020202020204" pitchFamily="34" charset="0"/>
              </a:rPr>
              <a:t> and </a:t>
            </a:r>
            <a:r>
              <a:rPr lang="en-US" sz="2400" b="1" i="0" dirty="0">
                <a:effectLst/>
                <a:latin typeface="Arial" panose="020B0604020202020204" pitchFamily="34" charset="0"/>
                <a:cs typeface="Arial" panose="020B0604020202020204" pitchFamily="34" charset="0"/>
              </a:rPr>
              <a:t>ensuring sustainable water resource management.</a:t>
            </a:r>
            <a:r>
              <a:rPr lang="en-US" sz="2400" b="0" i="0" dirty="0">
                <a:effectLst/>
                <a:latin typeface="Arial" panose="020B0604020202020204" pitchFamily="34" charset="0"/>
                <a:cs typeface="Arial" panose="020B0604020202020204" pitchFamily="34" charset="0"/>
              </a:rPr>
              <a:t> </a:t>
            </a:r>
          </a:p>
          <a:p>
            <a:r>
              <a:rPr lang="en-US" sz="2400" b="0" i="0" dirty="0">
                <a:effectLst/>
                <a:latin typeface="Arial" panose="020B0604020202020204" pitchFamily="34" charset="0"/>
                <a:cs typeface="Arial" panose="020B0604020202020204" pitchFamily="34" charset="0"/>
              </a:rPr>
              <a:t>Despite its strong legal framework, implementation gaps persist</a:t>
            </a:r>
            <a:r>
              <a:rPr lang="en-US" sz="2000" b="0" i="0" dirty="0">
                <a:effectLst/>
                <a:latin typeface="Arial" panose="020B0604020202020204" pitchFamily="34" charset="0"/>
                <a:cs typeface="Arial" panose="020B0604020202020204" pitchFamily="34" charset="0"/>
              </a:rPr>
              <a:t>.</a:t>
            </a:r>
            <a:endParaRPr lang="en-US" sz="2000" dirty="0">
              <a:latin typeface="Arial" panose="020B0604020202020204" pitchFamily="34" charset="0"/>
              <a:cs typeface="Arial" panose="020B0604020202020204"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a:spLocks noGrp="1" noRot="1" noChangeAspect="1" noMove="1" noResize="1" noEditPoints="1" noAdjustHandles="1" noChangeArrowheads="1" noChangeShapeType="1" noTextEdit="1"/>
          </p:cNvSpPr>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br>
              <a:rPr lang="en-US" sz="2200" b="1" dirty="0">
                <a:solidFill>
                  <a:srgbClr val="FFFFFF"/>
                </a:solidFill>
              </a:rPr>
            </a:br>
            <a:r>
              <a:rPr lang="en-US" dirty="0">
                <a:solidFill>
                  <a:schemeClr val="bg1"/>
                </a:solidFill>
              </a:rPr>
              <a:t>Sustainable Water Management Strategies</a:t>
            </a:r>
            <a:endParaRPr lang="en-US" sz="2200" dirty="0">
              <a:solidFill>
                <a:schemeClr val="bg1"/>
              </a:solidFill>
            </a:endParaRPr>
          </a:p>
        </p:txBody>
      </p:sp>
      <p:sp>
        <p:nvSpPr>
          <p:cNvPr id="3" name="Content Placeholder 2"/>
          <p:cNvSpPr>
            <a:spLocks noGrp="1"/>
          </p:cNvSpPr>
          <p:nvPr>
            <p:ph idx="1"/>
          </p:nvPr>
        </p:nvSpPr>
        <p:spPr>
          <a:xfrm>
            <a:off x="1371599" y="1891970"/>
            <a:ext cx="9724031" cy="4671492"/>
          </a:xfrm>
        </p:spPr>
        <p:txBody>
          <a:bodyPr anchor="ctr">
            <a:noAutofit/>
          </a:bodyPr>
          <a:lstStyle/>
          <a:p>
            <a:pPr marL="457200" indent="-457200">
              <a:buFont typeface="+mj-lt"/>
              <a:buAutoNum type="arabicPeriod"/>
            </a:pPr>
            <a:r>
              <a:rPr lang="en-US" sz="2400" b="1" dirty="0"/>
              <a:t>Conservation</a:t>
            </a:r>
          </a:p>
          <a:p>
            <a:pPr lvl="1"/>
            <a:r>
              <a:rPr lang="en-US" dirty="0"/>
              <a:t>Fixing leaks, efficient fixtures, and mindful use.</a:t>
            </a:r>
          </a:p>
          <a:p>
            <a:pPr marL="457200" indent="-457200">
              <a:buFont typeface="+mj-lt"/>
              <a:buAutoNum type="arabicPeriod"/>
            </a:pPr>
            <a:r>
              <a:rPr lang="en-US" sz="2400" b="1" dirty="0"/>
              <a:t>Protecting Water Sources</a:t>
            </a:r>
            <a:r>
              <a:rPr lang="en-US" sz="2400" dirty="0"/>
              <a:t> </a:t>
            </a:r>
          </a:p>
          <a:p>
            <a:pPr lvl="1"/>
            <a:r>
              <a:rPr lang="en-US" dirty="0"/>
              <a:t>Preventing pollution and overuse of rivers, lakes, and aquifers.</a:t>
            </a:r>
          </a:p>
          <a:p>
            <a:pPr marL="457200" indent="-457200">
              <a:buFont typeface="+mj-lt"/>
              <a:buAutoNum type="arabicPeriod"/>
            </a:pPr>
            <a:r>
              <a:rPr lang="en-US" sz="2400" b="1" dirty="0"/>
              <a:t>Efficient Irrigation</a:t>
            </a:r>
            <a:r>
              <a:rPr lang="en-US" sz="2400" dirty="0"/>
              <a:t> </a:t>
            </a:r>
          </a:p>
          <a:p>
            <a:pPr lvl="1"/>
            <a:r>
              <a:rPr lang="en-US" dirty="0"/>
              <a:t>Using drip or sprinkler irrigation instead of flood irrigation.</a:t>
            </a:r>
          </a:p>
          <a:p>
            <a:pPr marL="457200" indent="-457200">
              <a:buFont typeface="+mj-lt"/>
              <a:buAutoNum type="arabicPeriod"/>
            </a:pPr>
            <a:r>
              <a:rPr lang="en-US" sz="2400" b="1" dirty="0"/>
              <a:t>Community Action</a:t>
            </a:r>
          </a:p>
          <a:p>
            <a:pPr lvl="1"/>
            <a:r>
              <a:rPr lang="en-US" b="1" dirty="0">
                <a:solidFill>
                  <a:srgbClr val="FF0000"/>
                </a:solidFill>
              </a:rPr>
              <a:t>Rainwater harvesting</a:t>
            </a:r>
            <a:r>
              <a:rPr lang="en-US" dirty="0"/>
              <a:t>, protecting watersheds.</a:t>
            </a:r>
          </a:p>
          <a:p>
            <a:pPr marL="457200" indent="-457200">
              <a:buFont typeface="+mj-lt"/>
              <a:buAutoNum type="arabicPeriod"/>
            </a:pPr>
            <a:r>
              <a:rPr lang="en-US" sz="2400" b="1" dirty="0"/>
              <a:t>Technology</a:t>
            </a:r>
          </a:p>
          <a:p>
            <a:pPr lvl="1"/>
            <a:r>
              <a:rPr lang="en-US" b="1" dirty="0">
                <a:solidFill>
                  <a:srgbClr val="C00000"/>
                </a:solidFill>
              </a:rPr>
              <a:t>Desalination, wastewater recycling </a:t>
            </a:r>
            <a:r>
              <a:rPr lang="en-US" dirty="0"/>
              <a:t>(Singapore’s NEWater).</a:t>
            </a:r>
          </a:p>
          <a:p>
            <a:pPr lvl="1"/>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585" name="Rectangle 24584"/>
          <p:cNvSpPr>
            <a:spLocks noGrp="1" noRot="1" noChangeAspect="1" noMove="1" noResize="1" noEditPoints="1" noAdjustHandles="1" noChangeArrowheads="1" noChangeShapeType="1" noTextEdit="1"/>
          </p:cNvSpPr>
          <p:nvPr/>
        </p:nvSpPr>
        <p:spPr>
          <a:xfrm>
            <a:off x="0" y="-423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89009" y="502400"/>
            <a:ext cx="3367171" cy="1818064"/>
          </a:xfrm>
        </p:spPr>
        <p:txBody>
          <a:bodyPr>
            <a:normAutofit/>
          </a:bodyPr>
          <a:lstStyle/>
          <a:p>
            <a:pPr algn="ctr"/>
            <a:r>
              <a:rPr lang="en-US" sz="2800" b="1"/>
              <a:t>Desalination</a:t>
            </a:r>
            <a:endParaRPr lang="en-US" sz="2800"/>
          </a:p>
        </p:txBody>
      </p:sp>
      <p:sp>
        <p:nvSpPr>
          <p:cNvPr id="24587" name="Rectangle 24586"/>
          <p:cNvSpPr>
            <a:spLocks noGrp="1" noRot="1" noChangeAspect="1" noMove="1" noResize="1" noEditPoints="1" noAdjustHandles="1" noChangeArrowheads="1" noChangeShapeType="1" noTextEdit="1"/>
          </p:cNvSpPr>
          <p:nvPr/>
        </p:nvSpPr>
        <p:spPr>
          <a:xfrm>
            <a:off x="0" y="2762729"/>
            <a:ext cx="12192000"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pic>
        <p:nvPicPr>
          <p:cNvPr id="24580" name="Picture 4"/>
          <p:cNvPicPr>
            <a:picLocks noChangeAspect="1" noChangeArrowheads="1"/>
          </p:cNvPicPr>
          <p:nvPr/>
        </p:nvPicPr>
        <p:blipFill>
          <a:blip r:embed="rId2">
            <a:extLst>
              <a:ext uri="{28A0092B-C50C-407E-A947-70E740481C1C}">
                <a14:useLocalDpi xmlns:a14="http://schemas.microsoft.com/office/drawing/2010/main" val="0"/>
              </a:ext>
            </a:extLst>
          </a:blip>
          <a:srcRect t="30803" r="-2" b="2976"/>
          <a:stretch>
            <a:fillRect/>
          </a:stretch>
        </p:blipFill>
        <p:spPr bwMode="auto">
          <a:xfrm>
            <a:off x="-1" y="2826737"/>
            <a:ext cx="4565779" cy="4031263"/>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5449633" y="3455208"/>
            <a:ext cx="5742432" cy="2344708"/>
          </a:xfrm>
        </p:spPr>
        <p:txBody>
          <a:bodyPr anchor="ctr">
            <a:normAutofit/>
          </a:bodyPr>
          <a:lstStyle/>
          <a:p>
            <a:r>
              <a:rPr lang="en-US" sz="2400" b="1" dirty="0"/>
              <a:t>Desalination</a:t>
            </a:r>
            <a:r>
              <a:rPr lang="en-US" sz="2400" dirty="0"/>
              <a:t> is the process of </a:t>
            </a:r>
            <a:r>
              <a:rPr lang="en-US" sz="2400" b="1" dirty="0"/>
              <a:t>removing salts </a:t>
            </a:r>
            <a:r>
              <a:rPr lang="en-US" sz="2400" dirty="0"/>
              <a:t>and minerals from seawater or brackish water to produce freshwater for human use.</a:t>
            </a:r>
          </a:p>
        </p:txBody>
      </p:sp>
      <p:sp>
        <p:nvSpPr>
          <p:cNvPr id="24589" name="Rectangle 24588"/>
          <p:cNvSpPr>
            <a:spLocks noGrp="1" noRot="1" noChangeAspect="1" noMove="1" noResize="1" noEditPoints="1" noAdjustHandles="1" noChangeArrowheads="1" noChangeShapeType="1" noTextEdit="1"/>
          </p:cNvSpPr>
          <p:nvPr/>
        </p:nvSpPr>
        <p:spPr>
          <a:xfrm rot="5400000">
            <a:off x="1158239" y="3396995"/>
            <a:ext cx="6858002"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pic>
        <p:nvPicPr>
          <p:cNvPr id="24582" name="Picture 6" descr="Flow diagram of RO desalination process | Download Scientific Diagr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3499" y="115333"/>
            <a:ext cx="6933363" cy="25921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8687" name="Rectangle 28686"/>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92583" y="501651"/>
            <a:ext cx="4434720" cy="1716255"/>
          </a:xfrm>
        </p:spPr>
        <p:txBody>
          <a:bodyPr anchor="b">
            <a:normAutofit/>
          </a:bodyPr>
          <a:lstStyle/>
          <a:p>
            <a:r>
              <a:rPr lang="en-US" dirty="0">
                <a:solidFill>
                  <a:schemeClr val="tx1"/>
                </a:solidFill>
              </a:rPr>
              <a:t>Wastewater Recycling – Singapore’s NEWater</a:t>
            </a:r>
          </a:p>
        </p:txBody>
      </p:sp>
      <p:sp>
        <p:nvSpPr>
          <p:cNvPr id="28688" name="Rectangle 28687"/>
          <p:cNvSpPr>
            <a:spLocks noGrp="1" noRot="1" noChangeAspect="1" noMove="1" noResize="1" noEditPoints="1" noAdjustHandles="1" noChangeArrowheads="1" noChangeShapeType="1" noTextEdit="1"/>
          </p:cNvSpPr>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674" name="Picture 2" descr="A diagram of a water treatment plant&#10;&#10;AI-generated content may be incorrect."/>
          <p:cNvPicPr>
            <a:picLocks noChangeAspect="1" noChangeArrowheads="1"/>
          </p:cNvPicPr>
          <p:nvPr/>
        </p:nvPicPr>
        <p:blipFill>
          <a:blip r:embed="rId2">
            <a:extLst>
              <a:ext uri="{28A0092B-C50C-407E-A947-70E740481C1C}">
                <a14:useLocalDpi xmlns:a14="http://schemas.microsoft.com/office/drawing/2010/main" val="0"/>
              </a:ext>
            </a:extLst>
          </a:blip>
          <a:srcRect t="1086" b="10218"/>
          <a:stretch>
            <a:fillRect/>
          </a:stretch>
        </p:blipFill>
        <p:spPr bwMode="auto">
          <a:xfrm>
            <a:off x="279143" y="299508"/>
            <a:ext cx="5221625" cy="3010397"/>
          </a:xfrm>
          <a:prstGeom prst="rect">
            <a:avLst/>
          </a:prstGeom>
          <a:noFill/>
          <a:extLst>
            <a:ext uri="{909E8E84-426E-40DD-AFC4-6F175D3DCCD1}">
              <a14:hiddenFill xmlns:a14="http://schemas.microsoft.com/office/drawing/2010/main">
                <a:solidFill>
                  <a:srgbClr val="FFFFFF"/>
                </a:solidFill>
              </a14:hiddenFill>
            </a:ext>
          </a:extLst>
        </p:spPr>
      </p:pic>
      <p:pic>
        <p:nvPicPr>
          <p:cNvPr id="28676" name="Picture 4" descr="5 things you may not have known about NEWater | PUB, Singapore's National  Water Agency"/>
          <p:cNvPicPr>
            <a:picLocks noChangeAspect="1" noChangeArrowheads="1"/>
          </p:cNvPicPr>
          <p:nvPr/>
        </p:nvPicPr>
        <p:blipFill>
          <a:blip r:embed="rId3">
            <a:extLst>
              <a:ext uri="{28A0092B-C50C-407E-A947-70E740481C1C}">
                <a14:useLocalDpi xmlns:a14="http://schemas.microsoft.com/office/drawing/2010/main" val="0"/>
              </a:ext>
            </a:extLst>
          </a:blip>
          <a:srcRect r="2436" b="3"/>
          <a:stretch>
            <a:fillRect/>
          </a:stretch>
        </p:blipFill>
        <p:spPr bwMode="auto">
          <a:xfrm>
            <a:off x="279143" y="3548095"/>
            <a:ext cx="5221625" cy="3010397"/>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6392583" y="2645922"/>
            <a:ext cx="4434721" cy="3710427"/>
          </a:xfrm>
        </p:spPr>
        <p:txBody>
          <a:bodyPr anchor="t">
            <a:normAutofit/>
          </a:bodyPr>
          <a:lstStyle/>
          <a:p>
            <a:r>
              <a:rPr lang="en-US" sz="2000" b="1" dirty="0">
                <a:solidFill>
                  <a:schemeClr val="tx1">
                    <a:alpha val="80000"/>
                  </a:schemeClr>
                </a:solidFill>
              </a:rPr>
              <a:t>NEWater</a:t>
            </a:r>
            <a:r>
              <a:rPr lang="en-US" sz="2000" dirty="0">
                <a:solidFill>
                  <a:schemeClr val="tx1">
                    <a:alpha val="80000"/>
                  </a:schemeClr>
                </a:solidFill>
              </a:rPr>
              <a:t> is Singapore’s ultra-clean recycled water made from treated wastewater using microfiltration, reverse osmosis, and ultraviolet disinfection. </a:t>
            </a:r>
          </a:p>
          <a:p>
            <a:r>
              <a:rPr lang="en-US" sz="2000" dirty="0">
                <a:solidFill>
                  <a:schemeClr val="tx1">
                    <a:alpha val="80000"/>
                  </a:schemeClr>
                </a:solidFill>
              </a:rPr>
              <a:t>It is used for </a:t>
            </a:r>
            <a:r>
              <a:rPr lang="en-US" sz="2000" b="1" dirty="0">
                <a:solidFill>
                  <a:schemeClr val="tx1">
                    <a:alpha val="80000"/>
                  </a:schemeClr>
                </a:solidFill>
              </a:rPr>
              <a:t>industrial purposes</a:t>
            </a:r>
            <a:r>
              <a:rPr lang="en-US" sz="2000" dirty="0">
                <a:solidFill>
                  <a:schemeClr val="tx1">
                    <a:alpha val="80000"/>
                  </a:schemeClr>
                </a:solidFill>
              </a:rPr>
              <a:t>, </a:t>
            </a:r>
            <a:r>
              <a:rPr lang="en-US" sz="2000" b="1" dirty="0">
                <a:solidFill>
                  <a:schemeClr val="tx1">
                    <a:alpha val="80000"/>
                  </a:schemeClr>
                </a:solidFill>
              </a:rPr>
              <a:t>reservoir topping (</a:t>
            </a:r>
            <a:r>
              <a:rPr lang="en-US" sz="2000" dirty="0"/>
              <a:t>adding treated water to a reservoir to increase or maintain its water level</a:t>
            </a:r>
            <a:r>
              <a:rPr lang="en-US" sz="2000" b="1" dirty="0">
                <a:solidFill>
                  <a:schemeClr val="tx1">
                    <a:alpha val="80000"/>
                  </a:schemeClr>
                </a:solidFill>
              </a:rPr>
              <a:t>),</a:t>
            </a:r>
            <a:r>
              <a:rPr lang="en-US" sz="2000" dirty="0">
                <a:solidFill>
                  <a:schemeClr val="tx1">
                    <a:alpha val="80000"/>
                  </a:schemeClr>
                </a:solidFill>
              </a:rPr>
              <a:t> and </a:t>
            </a:r>
            <a:r>
              <a:rPr lang="en-US" sz="2000" dirty="0">
                <a:solidFill>
                  <a:srgbClr val="FF0000">
                    <a:alpha val="80000"/>
                  </a:srgbClr>
                </a:solidFill>
              </a:rPr>
              <a:t>even drinking </a:t>
            </a:r>
            <a:r>
              <a:rPr lang="en-US" sz="2000" dirty="0">
                <a:solidFill>
                  <a:schemeClr val="tx1">
                    <a:alpha val="80000"/>
                  </a:schemeClr>
                </a:solidFill>
              </a:rPr>
              <a:t>after blending, providing a sustainable and reliable water source.</a:t>
            </a:r>
          </a:p>
        </p:txBody>
      </p:sp>
      <p:cxnSp>
        <p:nvCxnSpPr>
          <p:cNvPr id="28689" name="Straight Connector 28688"/>
          <p:cNvCxnSpPr>
            <a:cxnSpLocks noGrp="1" noRot="1" noChangeAspect="1" noMove="1" noResize="1" noEditPoints="1" noAdjustHandles="1" noChangeArrowheads="1" noChangeShapeType="1"/>
          </p:cNvCxnSpPr>
          <p:nvPr/>
        </p:nvCxnSpPr>
        <p:spPr>
          <a:xfrm>
            <a:off x="11586162" y="3613893"/>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docProps/app.xml><?xml version="1.0" encoding="utf-8"?>
<Properties xmlns="http://schemas.openxmlformats.org/officeDocument/2006/extended-properties" xmlns:vt="http://schemas.openxmlformats.org/officeDocument/2006/docPropsVTypes">
  <Template>Dividend</Template>
  <TotalTime>167</TotalTime>
  <Words>1874</Words>
  <Application>Microsoft Office PowerPoint</Application>
  <PresentationFormat>Widescreen</PresentationFormat>
  <Paragraphs>288</Paragraphs>
  <Slides>39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Aptos Narrow</vt:lpstr>
      <vt:lpstr>Arial</vt:lpstr>
      <vt:lpstr>DeepSeek-CJK-patch</vt:lpstr>
      <vt:lpstr>Gill Sans MT</vt:lpstr>
      <vt:lpstr>Wingdings 2</vt:lpstr>
      <vt:lpstr>Dividend</vt:lpstr>
      <vt:lpstr> Water Resources and Land Subsidence</vt:lpstr>
      <vt:lpstr>Objectives</vt:lpstr>
      <vt:lpstr> Distribution of Earth’s Water </vt:lpstr>
      <vt:lpstr>Types of Water Use</vt:lpstr>
      <vt:lpstr>WATER RESOURCES</vt:lpstr>
      <vt:lpstr>PowerPoint Presentation</vt:lpstr>
      <vt:lpstr>PowerPoint Presentation</vt:lpstr>
      <vt:lpstr>PowerPoint Presentation</vt:lpstr>
      <vt:lpstr>WATER SCARCITY</vt:lpstr>
      <vt:lpstr>WATER POLLUTION</vt:lpstr>
      <vt:lpstr>Common Sources of Water Pollution</vt:lpstr>
      <vt:lpstr>Example: Nutrient Pollution </vt:lpstr>
      <vt:lpstr>PowerPoint Presentation</vt:lpstr>
      <vt:lpstr>PowerPoint Presentation</vt:lpstr>
      <vt:lpstr>SALTWATER INTRUSION</vt:lpstr>
      <vt:lpstr>Understanding Groundwater</vt:lpstr>
      <vt:lpstr>Groundwater </vt:lpstr>
      <vt:lpstr>Groundwater Recharge </vt:lpstr>
      <vt:lpstr>A. Natural Groundwater Recharge </vt:lpstr>
      <vt:lpstr>B. Artificial or Managed Groundwater Recharge </vt:lpstr>
      <vt:lpstr>PowerPoint Presentation</vt:lpstr>
      <vt:lpstr>Groundwater extraction</vt:lpstr>
      <vt:lpstr>LAND SUBSIDENCE</vt:lpstr>
      <vt:lpstr>Land Subsidence</vt:lpstr>
      <vt:lpstr>HOW DOES GROUNDWATER EXTRACTION CAUSE LAND SUBSIDENCE?</vt:lpstr>
      <vt:lpstr>Step-by-Step Process</vt:lpstr>
      <vt:lpstr>PowerPoint Presentation</vt:lpstr>
      <vt:lpstr>OTHER CAUSES OF LAND SUBSIDENCE</vt:lpstr>
      <vt:lpstr>PowerPoint Presentation</vt:lpstr>
      <vt:lpstr>EFFECTS OF LAND SUBSIDENCE</vt:lpstr>
      <vt:lpstr>EFFECTS OF LAND SUBSIDENCE</vt:lpstr>
      <vt:lpstr>LAND SUBSIDENCE AND CLIMATE CHANGE</vt:lpstr>
      <vt:lpstr>HOW CAN WE HELP PREVENT LAND SUBSIDENCE?</vt:lpstr>
      <vt:lpstr>Impervious materials</vt:lpstr>
      <vt:lpstr>PowerPoint Presentation</vt:lpstr>
      <vt:lpstr> The Philippine Clean Water Act </vt:lpstr>
      <vt:lpstr> Sustainable Water Management Strategies</vt:lpstr>
      <vt:lpstr>Desalination</vt:lpstr>
      <vt:lpstr>Wastewater Recycling – Singapore’s NEWater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Brigida Reyes</dc:creator>
  <cp:lastModifiedBy>Brigida Reyes</cp:lastModifiedBy>
  <cp:revision>1</cp:revision>
  <dcterms:created xsi:type="dcterms:W3CDTF">2026-09-13T02:00:13Z</dcterms:created>
  <dcterms:modified xsi:type="dcterms:W3CDTF">2026-09-13T11:43:15Z</dcterms:modified>
</cp:coreProperties>
</file>